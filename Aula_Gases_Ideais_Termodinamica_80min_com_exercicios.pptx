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ea38d302f480c" /><Relationship Type="http://schemas.openxmlformats.org/officeDocument/2006/relationships/extended-properties" Target="/docProps/app.xml" Id="R9f8e955402444e15" /><Relationship Type="http://schemas.openxmlformats.org/officeDocument/2006/relationships/officeDocument" Target="/ppt/presentation.xml" Id="R130a7e640e6b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da63e30e24a52"/>
  </p:sldMasterIdLst>
  <p:notesMasterIdLst>
    <p:notesMasterId xmlns:r="http://schemas.openxmlformats.org/officeDocument/2006/relationships" r:id="R31d390fe6c0b4fe0"/>
  </p:notesMasterIdLst>
  <p:sldIdLst>
    <p:sldId xmlns:r="http://schemas.openxmlformats.org/officeDocument/2006/relationships" id="256" r:id="R9e8c66eae08144fa"/>
    <p:sldId xmlns:r="http://schemas.openxmlformats.org/officeDocument/2006/relationships" id="257" r:id="Rfb1bae6ee85e45a6"/>
    <p:sldId xmlns:r="http://schemas.openxmlformats.org/officeDocument/2006/relationships" id="258" r:id="Ra30b11ab6ab64cb0"/>
    <p:sldId xmlns:r="http://schemas.openxmlformats.org/officeDocument/2006/relationships" id="259" r:id="R09d710eec43d4b88"/>
    <p:sldId xmlns:r="http://schemas.openxmlformats.org/officeDocument/2006/relationships" id="260" r:id="Rcc49a5d89ea44325"/>
    <p:sldId xmlns:r="http://schemas.openxmlformats.org/officeDocument/2006/relationships" id="261" r:id="R55c3219c1aa84f19"/>
    <p:sldId xmlns:r="http://schemas.openxmlformats.org/officeDocument/2006/relationships" id="262" r:id="Rfbec837d0a324c79"/>
    <p:sldId xmlns:r="http://schemas.openxmlformats.org/officeDocument/2006/relationships" id="263" r:id="Rb7745e4c3a8a43c3"/>
    <p:sldId xmlns:r="http://schemas.openxmlformats.org/officeDocument/2006/relationships" id="264" r:id="R572eaa69be6b42a3"/>
    <p:sldId xmlns:r="http://schemas.openxmlformats.org/officeDocument/2006/relationships" id="265" r:id="Rc2eb98c7f0fd4d7e"/>
    <p:sldId xmlns:r="http://schemas.openxmlformats.org/officeDocument/2006/relationships" id="266" r:id="R46cd53c7c0a742c6"/>
    <p:sldId xmlns:r="http://schemas.openxmlformats.org/officeDocument/2006/relationships" id="267" r:id="R0ce9f17812fc4b78"/>
    <p:sldId xmlns:r="http://schemas.openxmlformats.org/officeDocument/2006/relationships" id="268" r:id="R57a222a8ede54054"/>
    <p:sldId xmlns:r="http://schemas.openxmlformats.org/officeDocument/2006/relationships" id="269" r:id="R3db1ea1f1e8e444e"/>
    <p:sldId xmlns:r="http://schemas.openxmlformats.org/officeDocument/2006/relationships" id="270" r:id="R84b3bb5043d1473e"/>
    <p:sldId xmlns:r="http://schemas.openxmlformats.org/officeDocument/2006/relationships" id="271" r:id="Rdb1d18790c004853"/>
    <p:sldId xmlns:r="http://schemas.openxmlformats.org/officeDocument/2006/relationships" id="272" r:id="Rf5d5b886948e4209"/>
    <p:sldId xmlns:r="http://schemas.openxmlformats.org/officeDocument/2006/relationships" id="273" r:id="R83706192b58845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6982f28df2453c" /><Relationship Type="http://schemas.openxmlformats.org/officeDocument/2006/relationships/slideMaster" Target="/ppt/slideMasters/slideMaster1.xml" Id="R29dda63e30e24a52" /><Relationship Type="http://schemas.openxmlformats.org/officeDocument/2006/relationships/notesMaster" Target="/ppt/notesMasters/notesMaster1.xml" Id="R31d390fe6c0b4fe0" /><Relationship Type="http://schemas.openxmlformats.org/officeDocument/2006/relationships/presProps" Target="/ppt/presProps.xml" Id="R72ec515fe9654a79" /><Relationship Type="http://schemas.openxmlformats.org/officeDocument/2006/relationships/tableStyles" Target="/ppt/tableStyles.xml" Id="R8eeec93aab0b4fff" /><Relationship Type="http://schemas.openxmlformats.org/officeDocument/2006/relationships/slide" Target="/ppt/slides/slide1.xml" Id="R9e8c66eae08144fa" /><Relationship Type="http://schemas.openxmlformats.org/officeDocument/2006/relationships/slide" Target="/ppt/slides/slide2.xml" Id="Rfb1bae6ee85e45a6" /><Relationship Type="http://schemas.openxmlformats.org/officeDocument/2006/relationships/slide" Target="/ppt/slides/slide3.xml" Id="Ra30b11ab6ab64cb0" /><Relationship Type="http://schemas.openxmlformats.org/officeDocument/2006/relationships/slide" Target="/ppt/slides/slide4.xml" Id="R09d710eec43d4b88" /><Relationship Type="http://schemas.openxmlformats.org/officeDocument/2006/relationships/slide" Target="/ppt/slides/slide5.xml" Id="Rcc49a5d89ea44325" /><Relationship Type="http://schemas.openxmlformats.org/officeDocument/2006/relationships/slide" Target="/ppt/slides/slide6.xml" Id="R55c3219c1aa84f19" /><Relationship Type="http://schemas.openxmlformats.org/officeDocument/2006/relationships/slide" Target="/ppt/slides/slide7.xml" Id="Rfbec837d0a324c79" /><Relationship Type="http://schemas.openxmlformats.org/officeDocument/2006/relationships/slide" Target="/ppt/slides/slide8.xml" Id="Rb7745e4c3a8a43c3" /><Relationship Type="http://schemas.openxmlformats.org/officeDocument/2006/relationships/slide" Target="/ppt/slides/slide9.xml" Id="R572eaa69be6b42a3" /><Relationship Type="http://schemas.openxmlformats.org/officeDocument/2006/relationships/slide" Target="/ppt/slides/slide10.xml" Id="Rc2eb98c7f0fd4d7e" /><Relationship Type="http://schemas.openxmlformats.org/officeDocument/2006/relationships/slide" Target="/ppt/slides/slide11.xml" Id="R46cd53c7c0a742c6" /><Relationship Type="http://schemas.openxmlformats.org/officeDocument/2006/relationships/slide" Target="/ppt/slides/slide12.xml" Id="R0ce9f17812fc4b78" /><Relationship Type="http://schemas.openxmlformats.org/officeDocument/2006/relationships/slide" Target="/ppt/slides/slide13.xml" Id="R57a222a8ede54054" /><Relationship Type="http://schemas.openxmlformats.org/officeDocument/2006/relationships/slide" Target="/ppt/slides/slide14.xml" Id="R3db1ea1f1e8e444e" /><Relationship Type="http://schemas.openxmlformats.org/officeDocument/2006/relationships/slide" Target="/ppt/slides/slide15.xml" Id="R84b3bb5043d1473e" /><Relationship Type="http://schemas.openxmlformats.org/officeDocument/2006/relationships/slide" Target="/ppt/slides/slide16.xml" Id="Rdb1d18790c004853" /><Relationship Type="http://schemas.openxmlformats.org/officeDocument/2006/relationships/slide" Target="/ppt/slides/slide17.xml" Id="Rf5d5b886948e4209" /><Relationship Type="http://schemas.openxmlformats.org/officeDocument/2006/relationships/slide" Target="/ppt/slides/slide18.xml" Id="R83706192b58845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a24a15aff2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0fd9086094534" /><Relationship Type="http://schemas.openxmlformats.org/officeDocument/2006/relationships/notesMaster" Target="/ppt/notesMasters/notesMaster1.xml" Id="R1604af48676547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b6b95d69064230" /><Relationship Type="http://schemas.openxmlformats.org/officeDocument/2006/relationships/notesMaster" Target="/ppt/notesMasters/notesMaster1.xml" Id="R160dfdf08d954f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bf05496e2402a" /><Relationship Type="http://schemas.openxmlformats.org/officeDocument/2006/relationships/notesMaster" Target="/ppt/notesMasters/notesMaster1.xml" Id="Rb815538fbcd240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057f9d4e642e3" /><Relationship Type="http://schemas.openxmlformats.org/officeDocument/2006/relationships/notesMaster" Target="/ppt/notesMasters/notesMaster1.xml" Id="R9b920dcbc1dd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7430bd3cc42d9" /><Relationship Type="http://schemas.openxmlformats.org/officeDocument/2006/relationships/notesMaster" Target="/ppt/notesMasters/notesMaster1.xml" Id="R259ea39fda284a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ca20c4738c4951" /><Relationship Type="http://schemas.openxmlformats.org/officeDocument/2006/relationships/notesMaster" Target="/ppt/notesMasters/notesMaster1.xml" Id="R2242c5c7ba2f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2b1349e034c9d" /><Relationship Type="http://schemas.openxmlformats.org/officeDocument/2006/relationships/notesMaster" Target="/ppt/notesMasters/notesMaster1.xml" Id="R34eacf50d4fc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6fa660a7a49d5" /><Relationship Type="http://schemas.openxmlformats.org/officeDocument/2006/relationships/notesMaster" Target="/ppt/notesMasters/notesMaster1.xml" Id="Rda2a4ff20653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581eb5ad51444c" /><Relationship Type="http://schemas.openxmlformats.org/officeDocument/2006/relationships/notesMaster" Target="/ppt/notesMasters/notesMaster1.xml" Id="R9b9fe1c59324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dc474ae6f84a50" /><Relationship Type="http://schemas.openxmlformats.org/officeDocument/2006/relationships/notesMaster" Target="/ppt/notesMasters/notesMaster1.xml" Id="Rd6b17141a65044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df5567fc649e3" /><Relationship Type="http://schemas.openxmlformats.org/officeDocument/2006/relationships/notesMaster" Target="/ppt/notesMasters/notesMaster1.xml" Id="Ra93a7044684648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80b74630e844bd" /><Relationship Type="http://schemas.openxmlformats.org/officeDocument/2006/relationships/notesMaster" Target="/ppt/notesMasters/notesMaster1.xml" Id="R6b0864409c784b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5252e399e54f75" /><Relationship Type="http://schemas.openxmlformats.org/officeDocument/2006/relationships/notesMaster" Target="/ppt/notesMasters/notesMaster1.xml" Id="R82206a4f56294a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edd54980524880" /><Relationship Type="http://schemas.openxmlformats.org/officeDocument/2006/relationships/notesMaster" Target="/ppt/notesMasters/notesMaster1.xml" Id="R750ad771e43e49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e244cf45754b06" /><Relationship Type="http://schemas.openxmlformats.org/officeDocument/2006/relationships/notesMaster" Target="/ppt/notesMasters/notesMaster1.xml" Id="R69606e7e5a1c47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537c075cae4eea" /><Relationship Type="http://schemas.openxmlformats.org/officeDocument/2006/relationships/notesMaster" Target="/ppt/notesMasters/notesMaster1.xml" Id="R1887d8e31b5d4b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b11ee2d0784eb1" /><Relationship Type="http://schemas.openxmlformats.org/officeDocument/2006/relationships/notesMaster" Target="/ppt/notesMasters/notesMaster1.xml" Id="R4a18370e9bb647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cd5e047c6d4964" /><Relationship Type="http://schemas.openxmlformats.org/officeDocument/2006/relationships/notesMaster" Target="/ppt/notesMasters/notesMaster1.xml" Id="R3c5490d7aea7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Projete o Celestial Lab. Mostre as abas Laboratório e Transformações, o botão Resetar e os controles de T, V e Partículas. Reforce controle de variáveis: uma relação só fica clara quando as demais permanecem constantes.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Organize duplas. Antes do primeiro ajuste, peça uma previsão escrita. Valores esperados no modelo: aproximadamente 110,9; 221,7; 332,6 kPa. Circule verificando se V e o número de partículas foram mantidos. Não forneça os valores antes da coleta.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30 segundos para a previsão, 60 segundos para o cálculo e 30 segundos para a conferência coletiva. Cálculo: P₂ = 100 × 450/300 = 150 kPa. No simulador, compare a razão entre os valores, pois a escala depende da configuração de partículas e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nova previsão antes de mover o pistão. Valores esperados: cerca de 332,6; 166,3; 110,9 kPa. O produto P×V deve permanecer próximo de 997,7 kPa·L. Aceite pequenas diferenças de leitura/arredondamento.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Repita a rotina previsão–cálculo–conferência. Cálculo: P₂ = 120 × 4,0/8,0 = 60 kPa. Peça que apontem no gráfico onde estaria o novo ponto.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Divida a turma em três grupos ou fileiras. Cada grupo deve mover o controle livre, registrar a forma do gráfico e preparar uma fala de 30 segundos. Reserve 5 minutos para testar e cerca de 1 minuto para cada apresentação. Se houver poucos dispositivos, conduza coletivamente.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que identifiquem primeiro Q e W na equação Q = ΔU + W. Cálculo: ΔU = 180 − 70 = +110 J. O sinal positivo indica aumento da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usando Q = ΔU + W,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bc05d030a4f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a902880cf04db0" /><Relationship Type="http://schemas.openxmlformats.org/officeDocument/2006/relationships/slideLayout" Target="/ppt/slideLayouts/slideLayout1.xml" Id="R6859d17746894e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59d17746894e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83fb5ec504d13" /><Relationship Type="http://schemas.openxmlformats.org/officeDocument/2006/relationships/image" Target="/ppt/media/image.jpeg" Id="Rba88ee1dc5f94739" /><Relationship Type="http://schemas.openxmlformats.org/officeDocument/2006/relationships/notesSlide" Target="/ppt/notesSlides/notesSlide1.xml" Id="R7f7b0b142e2b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8d0d3b4e4ab6" /><Relationship Type="http://schemas.openxmlformats.org/officeDocument/2006/relationships/notesSlide" Target="/ppt/notesSlides/notesSlide2.xml" Id="Rcac375fc608d45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1487906194ff1" /><Relationship Type="http://schemas.openxmlformats.org/officeDocument/2006/relationships/image" Target="/ppt/media/image2.jpeg" Id="Rcc92dfecd3fa42a0" /><Relationship Type="http://schemas.openxmlformats.org/officeDocument/2006/relationships/notesSlide" Target="/ppt/notesSlides/notesSlide3.xml" Id="R694ff3a948e2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9bcdc607c4cba" /><Relationship Type="http://schemas.openxmlformats.org/officeDocument/2006/relationships/notesSlide" Target="/ppt/notesSlides/notesSlide4.xml" Id="R7e26c3a8d9ab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90dc09b224c8c" /><Relationship Type="http://schemas.openxmlformats.org/officeDocument/2006/relationships/image" Target="/ppt/media/image3.jpeg" Id="R9bbe5f3327ce4f8f" /><Relationship Type="http://schemas.openxmlformats.org/officeDocument/2006/relationships/notesSlide" Target="/ppt/notesSlides/notesSlide5.xml" Id="Red15672edecd47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0f5059827411e" /><Relationship Type="http://schemas.openxmlformats.org/officeDocument/2006/relationships/notesSlide" Target="/ppt/notesSlides/notesSlide6.xml" Id="Rfcbfdc68b28640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fad7f6027413d" /><Relationship Type="http://schemas.openxmlformats.org/officeDocument/2006/relationships/chart" Target="/ppt/slides/charts/chart1.xml" Id="R6dad631a493a47c4" /><Relationship Type="http://schemas.openxmlformats.org/officeDocument/2006/relationships/notesSlide" Target="/ppt/notesSlides/notesSlide7.xml" Id="R42d753ce047b42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91fea2da84c80" /><Relationship Type="http://schemas.openxmlformats.org/officeDocument/2006/relationships/notesSlide" Target="/ppt/notesSlides/notesSlide8.xml" Id="R67746902e4864e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ccd902c9443cc" /><Relationship Type="http://schemas.openxmlformats.org/officeDocument/2006/relationships/notesSlide" Target="/ppt/notesSlides/notesSlide9.xml" Id="R69a2a5bae01346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aefda3f084045" /><Relationship Type="http://schemas.openxmlformats.org/officeDocument/2006/relationships/chart" Target="/ppt/slides/charts/chart2.xml" Id="R5f6303ce30bb4c25" /><Relationship Type="http://schemas.openxmlformats.org/officeDocument/2006/relationships/notesSlide" Target="/ppt/notesSlides/notesSlide10.xml" Id="R7f5d95b68baf4d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8f56fb31d41dc" /><Relationship Type="http://schemas.openxmlformats.org/officeDocument/2006/relationships/notesSlide" Target="/ppt/notesSlides/notesSlide11.xml" Id="Rdf6db974e48f4c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e01e60d8464c" /><Relationship Type="http://schemas.openxmlformats.org/officeDocument/2006/relationships/notesSlide" Target="/ppt/notesSlides/notesSlide12.xml" Id="R67d68b1abaf44f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c2243adb449c" /><Relationship Type="http://schemas.openxmlformats.org/officeDocument/2006/relationships/image" Target="/ppt/media/image4.jpeg" Id="R9008da14cb03402a" /><Relationship Type="http://schemas.openxmlformats.org/officeDocument/2006/relationships/image" Target="/ppt/media/image5.jpeg" Id="Rffb1e61c1b4a4d1f" /><Relationship Type="http://schemas.openxmlformats.org/officeDocument/2006/relationships/image" Target="/ppt/media/image6.jpeg" Id="R48c36c7a0eab4b9f" /><Relationship Type="http://schemas.openxmlformats.org/officeDocument/2006/relationships/notesSlide" Target="/ppt/notesSlides/notesSlide13.xml" Id="Rf6720e595ebf42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d0457f6644a0" /><Relationship Type="http://schemas.openxmlformats.org/officeDocument/2006/relationships/notesSlide" Target="/ppt/notesSlides/notesSlide14.xml" Id="Rf1b19af18b4e41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613fc0a5b4213" /><Relationship Type="http://schemas.openxmlformats.org/officeDocument/2006/relationships/notesSlide" Target="/ppt/notesSlides/notesSlide15.xml" Id="R343531bf84954c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653e838e34b99" /><Relationship Type="http://schemas.openxmlformats.org/officeDocument/2006/relationships/notesSlide" Target="/ppt/notesSlides/notesSlide16.xml" Id="Rf920b6e9506148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41a9c07804f8d" /><Relationship Type="http://schemas.openxmlformats.org/officeDocument/2006/relationships/notesSlide" Target="/ppt/notesSlides/notesSlide17.xml" Id="R7b66835735d140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1c60932d142a1" /><Relationship Type="http://schemas.openxmlformats.org/officeDocument/2006/relationships/notesSlide" Target="/ppt/notesSlides/notesSlide18.xml" Id="Rfef4fba3839b403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8ee1dc5f94739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2dfecd3fa42a0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laboratório, mude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antes de mover o controle.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Altere um único parâmetro.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 a pressão e explique com partículas.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e5f3327ce4f8f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Resetar entre os experimentos.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T para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Compare: dobrar T faz o quê com P?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usando colisões nas paredes.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P/T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Previsão: P aumenta em linha reta, em curva ou não muda?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ad631a493a47c4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 fixo: pressão acompanha temperatura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está a 300 K e 100 kPa, em um recipiente rígido.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Aqueça até 450 K. Use P₁/T₁ = P₂/T₂ e calcule P₂.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o resultado e confira a tendência no Celestial Lab.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2: comprimir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V para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Calcule P × V em cada linha.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comprimir eleva P.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Previsão: ao triplicar V, o que acontece com P?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6303ce30bb4c25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fixa: volume maior, pressão menor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ocupa 4,0 L sob pressão de 120 kPa.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Expanda até 8,0 L. Use P₁V₁ = P₂V₂ e calcule P₂.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Desenhe a previsão no gráfico P × V e confira no simulador.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TRABALHO EM GRUPOS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Desafio: produza uma evidência e uma explicação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Grupo A • 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8da14cb03402a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Mova V. Esboce P × V.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a curva cai.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Grupo B • 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1e61c1b4a4d1f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V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expansão.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Grupo C • 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36c7a0eab4b9f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P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pressão maior.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Entrega: um gráfico + uma frase com partículas + a grandeza constante.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recebido vira energia interna e trabalho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180 J de calor e realiza 70 J de trabalho.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Use Q = ΔU + W e calcule a variação da energia interna.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aumentou ou diminuiu? Justifique pelo sinal.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2026-08-23T16:58:02.6750000Z</dcterms:created>
  <dcterms:modified xsi:type="dcterms:W3CDTF">2026-08-23T16:58:02.6750000Z</dcterms:modified>
</coreProperties>
</file>