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1af9a32a404069" /><Relationship Type="http://schemas.openxmlformats.org/officeDocument/2006/relationships/extended-properties" Target="/docProps/app.xml" Id="R91f21b086e564f28" /><Relationship Type="http://schemas.openxmlformats.org/officeDocument/2006/relationships/officeDocument" Target="/ppt/presentation.xml" Id="R53bd9daba1a643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1b4e4f4a194f26"/>
  </p:sldMasterIdLst>
  <p:notesMasterIdLst>
    <p:notesMasterId xmlns:r="http://schemas.openxmlformats.org/officeDocument/2006/relationships" r:id="R1972c3ab837e4900"/>
  </p:notesMasterIdLst>
  <p:sldIdLst>
    <p:sldId xmlns:r="http://schemas.openxmlformats.org/officeDocument/2006/relationships" id="256" r:id="R8ef709ba109e46e0"/>
    <p:sldId xmlns:r="http://schemas.openxmlformats.org/officeDocument/2006/relationships" id="257" r:id="Ra025cd0db3054c3a"/>
    <p:sldId xmlns:r="http://schemas.openxmlformats.org/officeDocument/2006/relationships" id="258" r:id="Rec8acb3e95ab44bc"/>
    <p:sldId xmlns:r="http://schemas.openxmlformats.org/officeDocument/2006/relationships" id="259" r:id="R08a75afca08440e4"/>
    <p:sldId xmlns:r="http://schemas.openxmlformats.org/officeDocument/2006/relationships" id="260" r:id="Rcd530d74f2b04f92"/>
    <p:sldId xmlns:r="http://schemas.openxmlformats.org/officeDocument/2006/relationships" id="261" r:id="R2435e4008bed40f4"/>
    <p:sldId xmlns:r="http://schemas.openxmlformats.org/officeDocument/2006/relationships" id="262" r:id="R742e6fc14f8948b7"/>
    <p:sldId xmlns:r="http://schemas.openxmlformats.org/officeDocument/2006/relationships" id="263" r:id="R547e281657fe4eab"/>
    <p:sldId xmlns:r="http://schemas.openxmlformats.org/officeDocument/2006/relationships" id="264" r:id="R72d277828df847ba"/>
    <p:sldId xmlns:r="http://schemas.openxmlformats.org/officeDocument/2006/relationships" id="265" r:id="R5b13c9e9def84d07"/>
    <p:sldId xmlns:r="http://schemas.openxmlformats.org/officeDocument/2006/relationships" id="266" r:id="R54fd67f0d3a74a64"/>
    <p:sldId xmlns:r="http://schemas.openxmlformats.org/officeDocument/2006/relationships" id="267" r:id="Re1ae323807be4315"/>
    <p:sldId xmlns:r="http://schemas.openxmlformats.org/officeDocument/2006/relationships" id="268" r:id="Rc5193f5983a1422b"/>
    <p:sldId xmlns:r="http://schemas.openxmlformats.org/officeDocument/2006/relationships" id="269" r:id="R42b94b2c248b43e9"/>
    <p:sldId xmlns:r="http://schemas.openxmlformats.org/officeDocument/2006/relationships" id="270" r:id="R922003c80a9d4513"/>
    <p:sldId xmlns:r="http://schemas.openxmlformats.org/officeDocument/2006/relationships" id="271" r:id="R41773f1c3953483e"/>
    <p:sldId xmlns:r="http://schemas.openxmlformats.org/officeDocument/2006/relationships" id="272" r:id="R5df3ddbe2d934744"/>
    <p:sldId xmlns:r="http://schemas.openxmlformats.org/officeDocument/2006/relationships" id="273" r:id="R1ef37fa9f0d945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6c9dedf2741a5" /><Relationship Type="http://schemas.openxmlformats.org/officeDocument/2006/relationships/slideMaster" Target="/ppt/slideMasters/slideMaster1.xml" Id="Rd41b4e4f4a194f26" /><Relationship Type="http://schemas.openxmlformats.org/officeDocument/2006/relationships/notesMaster" Target="/ppt/notesMasters/notesMaster1.xml" Id="R1972c3ab837e4900" /><Relationship Type="http://schemas.openxmlformats.org/officeDocument/2006/relationships/presProps" Target="/ppt/presProps.xml" Id="Re654c23bc8fc4c4b" /><Relationship Type="http://schemas.openxmlformats.org/officeDocument/2006/relationships/tableStyles" Target="/ppt/tableStyles.xml" Id="R2eb364c8fef344b7" /><Relationship Type="http://schemas.openxmlformats.org/officeDocument/2006/relationships/slide" Target="/ppt/slides/slide1.xml" Id="R8ef709ba109e46e0" /><Relationship Type="http://schemas.openxmlformats.org/officeDocument/2006/relationships/slide" Target="/ppt/slides/slide2.xml" Id="Ra025cd0db3054c3a" /><Relationship Type="http://schemas.openxmlformats.org/officeDocument/2006/relationships/slide" Target="/ppt/slides/slide3.xml" Id="Rec8acb3e95ab44bc" /><Relationship Type="http://schemas.openxmlformats.org/officeDocument/2006/relationships/slide" Target="/ppt/slides/slide4.xml" Id="R08a75afca08440e4" /><Relationship Type="http://schemas.openxmlformats.org/officeDocument/2006/relationships/slide" Target="/ppt/slides/slide5.xml" Id="Rcd530d74f2b04f92" /><Relationship Type="http://schemas.openxmlformats.org/officeDocument/2006/relationships/slide" Target="/ppt/slides/slide6.xml" Id="R2435e4008bed40f4" /><Relationship Type="http://schemas.openxmlformats.org/officeDocument/2006/relationships/slide" Target="/ppt/slides/slide7.xml" Id="R742e6fc14f8948b7" /><Relationship Type="http://schemas.openxmlformats.org/officeDocument/2006/relationships/slide" Target="/ppt/slides/slide8.xml" Id="R547e281657fe4eab" /><Relationship Type="http://schemas.openxmlformats.org/officeDocument/2006/relationships/slide" Target="/ppt/slides/slide9.xml" Id="R72d277828df847ba" /><Relationship Type="http://schemas.openxmlformats.org/officeDocument/2006/relationships/slide" Target="/ppt/slides/slide10.xml" Id="R5b13c9e9def84d07" /><Relationship Type="http://schemas.openxmlformats.org/officeDocument/2006/relationships/slide" Target="/ppt/slides/slide11.xml" Id="R54fd67f0d3a74a64" /><Relationship Type="http://schemas.openxmlformats.org/officeDocument/2006/relationships/slide" Target="/ppt/slides/slide12.xml" Id="Re1ae323807be4315" /><Relationship Type="http://schemas.openxmlformats.org/officeDocument/2006/relationships/slide" Target="/ppt/slides/slide13.xml" Id="Rc5193f5983a1422b" /><Relationship Type="http://schemas.openxmlformats.org/officeDocument/2006/relationships/slide" Target="/ppt/slides/slide14.xml" Id="R42b94b2c248b43e9" /><Relationship Type="http://schemas.openxmlformats.org/officeDocument/2006/relationships/slide" Target="/ppt/slides/slide15.xml" Id="R922003c80a9d4513" /><Relationship Type="http://schemas.openxmlformats.org/officeDocument/2006/relationships/slide" Target="/ppt/slides/slide16.xml" Id="R41773f1c3953483e" /><Relationship Type="http://schemas.openxmlformats.org/officeDocument/2006/relationships/slide" Target="/ppt/slides/slide17.xml" Id="R5df3ddbe2d934744" /><Relationship Type="http://schemas.openxmlformats.org/officeDocument/2006/relationships/slide" Target="/ppt/slides/slide18.xml" Id="R1ef37fa9f0d945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c60489957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576887b664be6" /><Relationship Type="http://schemas.openxmlformats.org/officeDocument/2006/relationships/notesMaster" Target="/ppt/notesMasters/notesMaster1.xml" Id="R16482f01ee5f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78caf1a2e4e17" /><Relationship Type="http://schemas.openxmlformats.org/officeDocument/2006/relationships/notesMaster" Target="/ppt/notesMasters/notesMaster1.xml" Id="R65edb0b1a923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345257bf6946c7" /><Relationship Type="http://schemas.openxmlformats.org/officeDocument/2006/relationships/notesMaster" Target="/ppt/notesMasters/notesMaster1.xml" Id="Rfdbe79e5557848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4c16d033d4066" /><Relationship Type="http://schemas.openxmlformats.org/officeDocument/2006/relationships/notesMaster" Target="/ppt/notesMasters/notesMaster1.xml" Id="R69ba919cbc0845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96b157b9214dce" /><Relationship Type="http://schemas.openxmlformats.org/officeDocument/2006/relationships/notesMaster" Target="/ppt/notesMasters/notesMaster1.xml" Id="R3d892581dccc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760c8cba843ff" /><Relationship Type="http://schemas.openxmlformats.org/officeDocument/2006/relationships/notesMaster" Target="/ppt/notesMasters/notesMaster1.xml" Id="Raa88565f46fb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db5ef284941ee" /><Relationship Type="http://schemas.openxmlformats.org/officeDocument/2006/relationships/notesMaster" Target="/ppt/notesMasters/notesMaster1.xml" Id="R322aa80e032b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92b2f6489a4b63" /><Relationship Type="http://schemas.openxmlformats.org/officeDocument/2006/relationships/notesMaster" Target="/ppt/notesMasters/notesMaster1.xml" Id="Rdcf9bb170e9d49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338d64c48148a1" /><Relationship Type="http://schemas.openxmlformats.org/officeDocument/2006/relationships/notesMaster" Target="/ppt/notesMasters/notesMaster1.xml" Id="Ra1b637ff1c5d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bf5891d5d41ca" /><Relationship Type="http://schemas.openxmlformats.org/officeDocument/2006/relationships/notesMaster" Target="/ppt/notesMasters/notesMaster1.xml" Id="Rdade80aa5a4a4d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d75c2007b040f6" /><Relationship Type="http://schemas.openxmlformats.org/officeDocument/2006/relationships/notesMaster" Target="/ppt/notesMasters/notesMaster1.xml" Id="R36b6bdbb696640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6d84a306584e03" /><Relationship Type="http://schemas.openxmlformats.org/officeDocument/2006/relationships/notesMaster" Target="/ppt/notesMasters/notesMaster1.xml" Id="R9ad02ae74fab43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f4cd3668d047c7" /><Relationship Type="http://schemas.openxmlformats.org/officeDocument/2006/relationships/notesMaster" Target="/ppt/notesMasters/notesMaster1.xml" Id="R9d2f8699b72d4f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0f86d3ab224c1f" /><Relationship Type="http://schemas.openxmlformats.org/officeDocument/2006/relationships/notesMaster" Target="/ppt/notesMasters/notesMaster1.xml" Id="R12b1b9a0895c44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ffb9b1ecc64d66" /><Relationship Type="http://schemas.openxmlformats.org/officeDocument/2006/relationships/notesMaster" Target="/ppt/notesMasters/notesMaster1.xml" Id="R270b40eeb3d749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c9cff0267a4744" /><Relationship Type="http://schemas.openxmlformats.org/officeDocument/2006/relationships/notesMaster" Target="/ppt/notesMasters/notesMaster1.xml" Id="R88a1e6d7163347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9d96fb87b14438" /><Relationship Type="http://schemas.openxmlformats.org/officeDocument/2006/relationships/notesMaster" Target="/ppt/notesMasters/notesMaster1.xml" Id="Rf91d85386d894b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4497e3386544a9" /><Relationship Type="http://schemas.openxmlformats.org/officeDocument/2006/relationships/notesMaster" Target="/ppt/notesMasters/notesMaster1.xml" Id="R633c486f7d2146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b3612fa69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b41a4890f04f8b" /><Relationship Type="http://schemas.openxmlformats.org/officeDocument/2006/relationships/slideLayout" Target="/ppt/slideLayouts/slideLayout1.xml" Id="R540d5b80c0bf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d5b80c0bf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e43608ed4f22" /><Relationship Type="http://schemas.openxmlformats.org/officeDocument/2006/relationships/image" Target="/ppt/media/image.jpeg" Id="R933b40305eb6449e" /><Relationship Type="http://schemas.openxmlformats.org/officeDocument/2006/relationships/notesSlide" Target="/ppt/notesSlides/notesSlide1.xml" Id="Rff84b90da9c4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89d84cf7f4aea" /><Relationship Type="http://schemas.openxmlformats.org/officeDocument/2006/relationships/notesSlide" Target="/ppt/notesSlides/notesSlide2.xml" Id="R9e277e63c6be4c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2561492ce4297" /><Relationship Type="http://schemas.openxmlformats.org/officeDocument/2006/relationships/image" Target="/ppt/media/image2.jpeg" Id="Rbe5337f3d6014ad0" /><Relationship Type="http://schemas.openxmlformats.org/officeDocument/2006/relationships/notesSlide" Target="/ppt/notesSlides/notesSlide3.xml" Id="R034e0c2d781545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e83c5614407b" /><Relationship Type="http://schemas.openxmlformats.org/officeDocument/2006/relationships/notesSlide" Target="/ppt/notesSlides/notesSlide4.xml" Id="R6ba9cb9b252842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f76907ec84de9" /><Relationship Type="http://schemas.openxmlformats.org/officeDocument/2006/relationships/image" Target="/ppt/media/image3.jpeg" Id="Rbe3053c55d3840cb" /><Relationship Type="http://schemas.openxmlformats.org/officeDocument/2006/relationships/notesSlide" Target="/ppt/notesSlides/notesSlide5.xml" Id="R44809faef6c347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af64e2894f23" /><Relationship Type="http://schemas.openxmlformats.org/officeDocument/2006/relationships/notesSlide" Target="/ppt/notesSlides/notesSlide6.xml" Id="Raa72754d298647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7554c182a45b3" /><Relationship Type="http://schemas.openxmlformats.org/officeDocument/2006/relationships/chart" Target="/ppt/slides/charts/chart1.xml" Id="Raeb99530cd0148a5" /><Relationship Type="http://schemas.openxmlformats.org/officeDocument/2006/relationships/notesSlide" Target="/ppt/notesSlides/notesSlide7.xml" Id="R37dccfe4c63645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a937123904270" /><Relationship Type="http://schemas.openxmlformats.org/officeDocument/2006/relationships/notesSlide" Target="/ppt/notesSlides/notesSlide8.xml" Id="R6941d36059dc4a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e9fa439ac4beb" /><Relationship Type="http://schemas.openxmlformats.org/officeDocument/2006/relationships/notesSlide" Target="/ppt/notesSlides/notesSlide9.xml" Id="R6853926a6bf940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cb3bce8c14342" /><Relationship Type="http://schemas.openxmlformats.org/officeDocument/2006/relationships/chart" Target="/ppt/slides/charts/chart2.xml" Id="Rd0ad9a9c32fe4005" /><Relationship Type="http://schemas.openxmlformats.org/officeDocument/2006/relationships/notesSlide" Target="/ppt/notesSlides/notesSlide10.xml" Id="R0f66e4b566d94d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09f8668a94569" /><Relationship Type="http://schemas.openxmlformats.org/officeDocument/2006/relationships/notesSlide" Target="/ppt/notesSlides/notesSlide11.xml" Id="R6eb1a2718b2e44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658f0261f457e" /><Relationship Type="http://schemas.openxmlformats.org/officeDocument/2006/relationships/notesSlide" Target="/ppt/notesSlides/notesSlide12.xml" Id="R00afb222359f45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fac50f0b64e4f" /><Relationship Type="http://schemas.openxmlformats.org/officeDocument/2006/relationships/image" Target="/ppt/media/image4.jpeg" Id="R31ea80a993e7499d" /><Relationship Type="http://schemas.openxmlformats.org/officeDocument/2006/relationships/image" Target="/ppt/media/image5.jpeg" Id="Rcdf105f720c741b0" /><Relationship Type="http://schemas.openxmlformats.org/officeDocument/2006/relationships/image" Target="/ppt/media/image6.jpeg" Id="Rce7b6e355c7847c2" /><Relationship Type="http://schemas.openxmlformats.org/officeDocument/2006/relationships/notesSlide" Target="/ppt/notesSlides/notesSlide13.xml" Id="Ra192ee60296943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f5fcf2ed74636" /><Relationship Type="http://schemas.openxmlformats.org/officeDocument/2006/relationships/notesSlide" Target="/ppt/notesSlides/notesSlide14.xml" Id="R6161e1c5b6e340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e183e80674419" /><Relationship Type="http://schemas.openxmlformats.org/officeDocument/2006/relationships/notesSlide" Target="/ppt/notesSlides/notesSlide15.xml" Id="R3f0e7b1e5efd44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217204e734090" /><Relationship Type="http://schemas.openxmlformats.org/officeDocument/2006/relationships/notesSlide" Target="/ppt/notesSlides/notesSlide16.xml" Id="Rf9a7eed04c1c47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2cd065e4a48da" /><Relationship Type="http://schemas.openxmlformats.org/officeDocument/2006/relationships/notesSlide" Target="/ppt/notesSlides/notesSlide17.xml" Id="R107c07107eda4e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01bdce55c4776" /><Relationship Type="http://schemas.openxmlformats.org/officeDocument/2006/relationships/notesSlide" Target="/ppt/notesSlides/notesSlide18.xml" Id="Rb002ed94db4b4dd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b40305eb6449e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37f3d6014ad0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053c55d3840cb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b99530cd0148a5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ad9a9c32fe4005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a80a993e7499d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05f720c741b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b6e355c7847c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2026-08-23T17:33:02.4140000Z</dcterms:created>
  <dcterms:modified xsi:type="dcterms:W3CDTF">2026-08-23T17:33:02.4140000Z</dcterms:modified>
</coreProperties>
</file>