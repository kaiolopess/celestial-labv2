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c1af9a32a404069" Type="http://schemas.openxmlformats.org/package/2006/relationships/metadata/core-properties" Target="docProps/core.xml"/><Relationship Id="R53bd9daba1a64306" Type="http://schemas.openxmlformats.org/officeDocument/2006/relationships/officeDocument" Target="ppt/presentation.xml"/><Relationship Id="R91f21b086e564f28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1b4e4f4a194f26"/>
  </p:sldMasterIdLst>
  <p:notesMasterIdLst>
    <p:notesMasterId xmlns:r="http://schemas.openxmlformats.org/officeDocument/2006/relationships" r:id="R1972c3ab837e4900"/>
  </p:notesMasterIdLst>
  <p:sldIdLst>
    <p:sldId xmlns:r="http://schemas.openxmlformats.org/officeDocument/2006/relationships" id="256" r:id="R8ef709ba109e46e0"/>
    <p:sldId xmlns:r="http://schemas.openxmlformats.org/officeDocument/2006/relationships" id="257" r:id="Ra025cd0db3054c3a"/>
    <p:sldId xmlns:r="http://schemas.openxmlformats.org/officeDocument/2006/relationships" id="258" r:id="Rec8acb3e95ab44bc"/>
    <p:sldId xmlns:r="http://schemas.openxmlformats.org/officeDocument/2006/relationships" id="259" r:id="R08a75afca08440e4"/>
    <p:sldId xmlns:r="http://schemas.openxmlformats.org/officeDocument/2006/relationships" id="260" r:id="Rcd530d74f2b04f92"/>
    <p:sldId xmlns:r="http://schemas.openxmlformats.org/officeDocument/2006/relationships" id="261" r:id="R2435e4008bed40f4"/>
    <p:sldId xmlns:r="http://schemas.openxmlformats.org/officeDocument/2006/relationships" id="262" r:id="R742e6fc14f8948b7"/>
    <p:sldId xmlns:r="http://schemas.openxmlformats.org/officeDocument/2006/relationships" id="263" r:id="R547e281657fe4eab"/>
    <p:sldId xmlns:r="http://schemas.openxmlformats.org/officeDocument/2006/relationships" id="264" r:id="R72d277828df847ba"/>
    <p:sldId xmlns:r="http://schemas.openxmlformats.org/officeDocument/2006/relationships" id="265" r:id="R5b13c9e9def84d07"/>
    <p:sldId xmlns:r="http://schemas.openxmlformats.org/officeDocument/2006/relationships" id="266" r:id="R54fd67f0d3a74a64"/>
    <p:sldId xmlns:r="http://schemas.openxmlformats.org/officeDocument/2006/relationships" id="267" r:id="Re1ae323807be4315"/>
    <p:sldId xmlns:r="http://schemas.openxmlformats.org/officeDocument/2006/relationships" id="268" r:id="Rc5193f5983a1422b"/>
    <p:sldId xmlns:r="http://schemas.openxmlformats.org/officeDocument/2006/relationships" id="269" r:id="R42b94b2c248b43e9"/>
    <p:sldId xmlns:r="http://schemas.openxmlformats.org/officeDocument/2006/relationships" id="270" r:id="R922003c80a9d4513"/>
    <p:sldId xmlns:r="http://schemas.openxmlformats.org/officeDocument/2006/relationships" id="271" r:id="R41773f1c3953483e"/>
    <p:sldId xmlns:r="http://schemas.openxmlformats.org/officeDocument/2006/relationships" id="272" r:id="R5df3ddbe2d934744"/>
    <p:sldId xmlns:r="http://schemas.openxmlformats.org/officeDocument/2006/relationships" id="273" r:id="R1ef37fa9f0d94524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a75afca08440e4" Type="http://schemas.openxmlformats.org/officeDocument/2006/relationships/slide" Target="slides/slide4.xml"/><Relationship Id="R1972c3ab837e4900" Type="http://schemas.openxmlformats.org/officeDocument/2006/relationships/notesMaster" Target="notesMasters/notesMaster1.xml"/><Relationship Id="R1ef37fa9f0d94524" Type="http://schemas.openxmlformats.org/officeDocument/2006/relationships/slide" Target="slides/slide18.xml"/><Relationship Id="R2435e4008bed40f4" Type="http://schemas.openxmlformats.org/officeDocument/2006/relationships/slide" Target="slides/slide6.xml"/><Relationship Id="R2eb364c8fef344b7" Type="http://schemas.openxmlformats.org/officeDocument/2006/relationships/tableStyles" Target="tableStyles.xml"/><Relationship Id="R41773f1c3953483e" Type="http://schemas.openxmlformats.org/officeDocument/2006/relationships/slide" Target="slides/slide16.xml"/><Relationship Id="R42b94b2c248b43e9" Type="http://schemas.openxmlformats.org/officeDocument/2006/relationships/slide" Target="slides/slide14.xml"/><Relationship Id="R547e281657fe4eab" Type="http://schemas.openxmlformats.org/officeDocument/2006/relationships/slide" Target="slides/slide8.xml"/><Relationship Id="R54fd67f0d3a74a64" Type="http://schemas.openxmlformats.org/officeDocument/2006/relationships/slide" Target="slides/slide11.xml"/><Relationship Id="R5b13c9e9def84d07" Type="http://schemas.openxmlformats.org/officeDocument/2006/relationships/slide" Target="slides/slide10.xml"/><Relationship Id="R5df3ddbe2d934744" Type="http://schemas.openxmlformats.org/officeDocument/2006/relationships/slide" Target="slides/slide17.xml"/><Relationship Id="R6086c9dedf2741a5" Type="http://schemas.openxmlformats.org/officeDocument/2006/relationships/theme" Target="theme/theme1.xml"/><Relationship Id="R72d277828df847ba" Type="http://schemas.openxmlformats.org/officeDocument/2006/relationships/slide" Target="slides/slide9.xml"/><Relationship Id="R742e6fc14f8948b7" Type="http://schemas.openxmlformats.org/officeDocument/2006/relationships/slide" Target="slides/slide7.xml"/><Relationship Id="R8ef709ba109e46e0" Type="http://schemas.openxmlformats.org/officeDocument/2006/relationships/slide" Target="slides/slide1.xml"/><Relationship Id="R922003c80a9d4513" Type="http://schemas.openxmlformats.org/officeDocument/2006/relationships/slide" Target="slides/slide15.xml"/><Relationship Id="Ra025cd0db3054c3a" Type="http://schemas.openxmlformats.org/officeDocument/2006/relationships/slide" Target="slides/slide2.xml"/><Relationship Id="Rc5193f5983a1422b" Type="http://schemas.openxmlformats.org/officeDocument/2006/relationships/slide" Target="slides/slide13.xml"/><Relationship Id="Rcd530d74f2b04f92" Type="http://schemas.openxmlformats.org/officeDocument/2006/relationships/slide" Target="slides/slide5.xml"/><Relationship Id="Rd41b4e4f4a194f26" Type="http://schemas.openxmlformats.org/officeDocument/2006/relationships/slideMaster" Target="slideMasters/slideMaster1.xml"/><Relationship Id="Re1ae323807be4315" Type="http://schemas.openxmlformats.org/officeDocument/2006/relationships/slide" Target="slides/slide12.xml"/><Relationship Id="Re654c23bc8fc4c4b" Type="http://schemas.openxmlformats.org/officeDocument/2006/relationships/presProps" Target="presProps.xml"/><Relationship Id="Rec8acb3e95ab44bc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0f3c604899574e6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6482f01ee5f4e85" Type="http://schemas.openxmlformats.org/officeDocument/2006/relationships/notesMaster" Target="../notesMasters/notesMaster1.xml"/><Relationship Id="R959576887b664be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5edb0b1a9234a8c" Type="http://schemas.openxmlformats.org/officeDocument/2006/relationships/notesMaster" Target="../notesMasters/notesMaster1.xml"/><Relationship Id="R97078caf1a2e4e1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1345257bf6946c7" Type="http://schemas.openxmlformats.org/officeDocument/2006/relationships/slide" Target="../slides/slide3.xml"/><Relationship Id="Rfdbe79e55578489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574c16d033d4066" Type="http://schemas.openxmlformats.org/officeDocument/2006/relationships/slide" Target="../slides/slide4.xml"/><Relationship Id="R69ba919cbc08456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d892581dccc47bc" Type="http://schemas.openxmlformats.org/officeDocument/2006/relationships/notesMaster" Target="../notesMasters/notesMaster1.xml"/><Relationship Id="R6e96b157b9214dc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51760c8cba843ff" Type="http://schemas.openxmlformats.org/officeDocument/2006/relationships/slide" Target="../slides/slide6.xml"/><Relationship Id="Raa88565f46fb410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22aa80e032b45a1" Type="http://schemas.openxmlformats.org/officeDocument/2006/relationships/notesMaster" Target="../notesMasters/notesMaster1.xml"/><Relationship Id="R8bedb5ef284941e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dcf9bb170e9d4982" Type="http://schemas.openxmlformats.org/officeDocument/2006/relationships/notesMaster" Target="../notesMasters/notesMaster1.xml"/><Relationship Id="Rfa92b2f6489a4b6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4338d64c48148a1" Type="http://schemas.openxmlformats.org/officeDocument/2006/relationships/slide" Target="../slides/slide9.xml"/><Relationship Id="Ra1b637ff1c5d447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ffbf5891d5d41ca" Type="http://schemas.openxmlformats.org/officeDocument/2006/relationships/slide" Target="../slides/slide10.xml"/><Relationship Id="Rdade80aa5a4a4d7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6d75c2007b040f6" Type="http://schemas.openxmlformats.org/officeDocument/2006/relationships/slide" Target="../slides/slide11.xml"/><Relationship Id="R36b6bdbb696640e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26d84a306584e03" Type="http://schemas.openxmlformats.org/officeDocument/2006/relationships/slide" Target="../slides/slide12.xml"/><Relationship Id="R9ad02ae74fab434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cf4cd3668d047c7" Type="http://schemas.openxmlformats.org/officeDocument/2006/relationships/slide" Target="../slides/slide13.xml"/><Relationship Id="R9d2f8699b72d4fb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2b1b9a0895c4455" Type="http://schemas.openxmlformats.org/officeDocument/2006/relationships/notesMaster" Target="../notesMasters/notesMaster1.xml"/><Relationship Id="Rbd0f86d3ab224c1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70b40eeb3d7493e" Type="http://schemas.openxmlformats.org/officeDocument/2006/relationships/notesMaster" Target="../notesMasters/notesMaster1.xml"/><Relationship Id="Rd0ffb9b1ecc64d66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50c9cff0267a4744" Type="http://schemas.openxmlformats.org/officeDocument/2006/relationships/slide" Target="../slides/slide16.xml"/><Relationship Id="R88a1e6d71633477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8a9d96fb87b14438" Type="http://schemas.openxmlformats.org/officeDocument/2006/relationships/slide" Target="../slides/slide17.xml"/><Relationship Id="Rf91d85386d894bb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633c486f7d21464b" Type="http://schemas.openxmlformats.org/officeDocument/2006/relationships/notesMaster" Target="../notesMasters/notesMaster1.xml"/><Relationship Id="Rcc4497e3386544a9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0ab3612fa694c0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40d5b80c0bf42f6" Type="http://schemas.openxmlformats.org/officeDocument/2006/relationships/slideLayout" Target="../slideLayouts/slideLayout1.xml"/><Relationship Id="Ra0b41a4890f04f8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d5b80c0bf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33b40305eb6449e" Type="http://schemas.openxmlformats.org/officeDocument/2006/relationships/image" Target="../media/image.jpeg"/><Relationship Id="Rf5d4e43608ed4f22" Type="http://schemas.openxmlformats.org/officeDocument/2006/relationships/slideLayout" Target="../slideLayouts/slideLayout1.xml"/><Relationship Id="Rff84b90da9c4438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e277e63c6be4cd0" Type="http://schemas.openxmlformats.org/officeDocument/2006/relationships/notesSlide" Target="../notesSlides/notesSlide2.xml"/><Relationship Id="Rbb789d84cf7f4ae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34e0c2d7815458e" Type="http://schemas.openxmlformats.org/officeDocument/2006/relationships/notesSlide" Target="../notesSlides/notesSlide3.xml"/><Relationship Id="R2bf2561492ce4297" Type="http://schemas.openxmlformats.org/officeDocument/2006/relationships/slideLayout" Target="../slideLayouts/slideLayout1.xml"/><Relationship Id="Rbe5337f3d6014ad0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6ba9cb9b252842e2" Type="http://schemas.openxmlformats.org/officeDocument/2006/relationships/notesSlide" Target="../notesSlides/notesSlide4.xml"/><Relationship Id="R8c3ee83c5614407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5bf76907ec84de9" Type="http://schemas.openxmlformats.org/officeDocument/2006/relationships/slideLayout" Target="../slideLayouts/slideLayout1.xml"/><Relationship Id="R44809faef6c3479f" Type="http://schemas.openxmlformats.org/officeDocument/2006/relationships/notesSlide" Target="../notesSlides/notesSlide5.xml"/><Relationship Id="Rbe3053c55d3840cb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82bdaf64e2894f23" Type="http://schemas.openxmlformats.org/officeDocument/2006/relationships/slideLayout" Target="../slideLayouts/slideLayout1.xml"/><Relationship Id="Raa72754d2986474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097554c182a45b3" Type="http://schemas.openxmlformats.org/officeDocument/2006/relationships/slideLayout" Target="../slideLayouts/slideLayout1.xml"/><Relationship Id="R37dccfe4c6364559" Type="http://schemas.openxmlformats.org/officeDocument/2006/relationships/notesSlide" Target="../notesSlides/notesSlide7.xml"/><Relationship Id="Raeb99530cd0148a5" Type="http://schemas.openxmlformats.org/officeDocument/2006/relationships/chart" Target="charts/chart1.xml"/></Relationships>
</file>

<file path=ppt/slides/_rels/slide8.xml.rels><?xml version='1.0' encoding='UTF-8' standalone='yes'?>
<Relationships xmlns="http://schemas.openxmlformats.org/package/2006/relationships"><Relationship Id="R6941d36059dc4aa1" Type="http://schemas.openxmlformats.org/officeDocument/2006/relationships/notesSlide" Target="../notesSlides/notesSlide8.xml"/><Relationship Id="Rbe2a93712390427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c4e9fa439ac4beb" Type="http://schemas.openxmlformats.org/officeDocument/2006/relationships/slideLayout" Target="../slideLayouts/slideLayout1.xml"/><Relationship Id="R6853926a6bf9405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4fcb3bce8c14342" Type="http://schemas.openxmlformats.org/officeDocument/2006/relationships/slideLayout" Target="../slideLayouts/slideLayout1.xml"/><Relationship Id="R0f66e4b566d94d37" Type="http://schemas.openxmlformats.org/officeDocument/2006/relationships/notesSlide" Target="../notesSlides/notesSlide10.xml"/><Relationship Id="Rd0ad9a9c32fe4005" Type="http://schemas.openxmlformats.org/officeDocument/2006/relationships/chart" Target="charts/chart2.xml"/></Relationships>
</file>

<file path=ppt/slides/_rels/slide11.xml.rels><?xml version='1.0' encoding='UTF-8' standalone='yes'?>
<Relationships xmlns="http://schemas.openxmlformats.org/package/2006/relationships"><Relationship Id="R18c09f8668a94569" Type="http://schemas.openxmlformats.org/officeDocument/2006/relationships/slideLayout" Target="../slideLayouts/slideLayout1.xml"/><Relationship Id="R6eb1a2718b2e44ef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0afb222359f459d" Type="http://schemas.openxmlformats.org/officeDocument/2006/relationships/notesSlide" Target="../notesSlides/notesSlide12.xml"/><Relationship Id="R298658f0261f457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31ea80a993e7499d" Type="http://schemas.openxmlformats.org/officeDocument/2006/relationships/image" Target="../media/image4.jpeg"/><Relationship Id="R4e0fac50f0b64e4f" Type="http://schemas.openxmlformats.org/officeDocument/2006/relationships/slideLayout" Target="../slideLayouts/slideLayout1.xml"/><Relationship Id="Ra192ee6029694391" Type="http://schemas.openxmlformats.org/officeDocument/2006/relationships/notesSlide" Target="../notesSlides/notesSlide13.xml"/><Relationship Id="Rcdf105f720c741b0" Type="http://schemas.openxmlformats.org/officeDocument/2006/relationships/image" Target="../media/image5.jpeg"/><Relationship Id="Rce7b6e355c7847c2" Type="http://schemas.openxmlformats.org/officeDocument/2006/relationships/image" Target="../media/image6.jpeg"/></Relationships>
</file>

<file path=ppt/slides/_rels/slide14.xml.rels><?xml version='1.0' encoding='UTF-8' standalone='yes'?>
<Relationships xmlns="http://schemas.openxmlformats.org/package/2006/relationships"><Relationship Id="R6161e1c5b6e340b0" Type="http://schemas.openxmlformats.org/officeDocument/2006/relationships/notesSlide" Target="../notesSlides/notesSlide14.xml"/><Relationship Id="Rd0ef5fcf2ed7463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f0e7b1e5efd449a" Type="http://schemas.openxmlformats.org/officeDocument/2006/relationships/notesSlide" Target="../notesSlides/notesSlide15.xml"/><Relationship Id="Rc73e183e8067441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85217204e734090" Type="http://schemas.openxmlformats.org/officeDocument/2006/relationships/slideLayout" Target="../slideLayouts/slideLayout1.xml"/><Relationship Id="Rf9a7eed04c1c471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07c07107eda4e5a" Type="http://schemas.openxmlformats.org/officeDocument/2006/relationships/notesSlide" Target="../notesSlides/notesSlide17.xml"/><Relationship Id="R9342cd065e4a48da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9de01bdce55c4776" Type="http://schemas.openxmlformats.org/officeDocument/2006/relationships/slideLayout" Target="../slideLayouts/slideLayout1.xml"/><Relationship Id="Rb002ed94db4b4dd4" Type="http://schemas.openxmlformats.org/officeDocument/2006/relationships/notesSlide" Target="../notesSlides/notesSlide18.xml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b40305eb6449e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162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48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337f3d6014ad0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" y="2457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9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90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71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38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1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90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38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053c55d3840cb"/>
          <a:stretch xmlns:a="http://schemas.openxmlformats.org/drawingml/2006/main"/>
        </p:blipFill>
        <p:spPr>
          <a:xfrm xmlns:a="http://schemas.openxmlformats.org/drawingml/2006/main">
            <a:off x="5695950" y="2459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8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b99530cd0148a5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43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ad9a9c32fe4005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5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52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34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2" name="Rectangle 4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a80a993e7499d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105f720c741b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b6e355c7847c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9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610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86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29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67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33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572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2026-08-23T17:33:02.4140000Z</dcterms:created>
  <dcterms:modified xsi:type="dcterms:W3CDTF">2026-08-23T17:33:02.4140000Z</dcterms:modified>
</coreProperties>
</file>