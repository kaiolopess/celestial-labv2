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267124e1223431f" Type="http://schemas.openxmlformats.org/officeDocument/2006/relationships/extended-properties" Target="docProps/app.xml"/><Relationship Id="R653ba0c8d9b14f6e" Type="http://schemas.openxmlformats.org/package/2006/relationships/metadata/core-properties" Target="docProps/core.xml"/><Relationship Id="Rfe2c339369e24f6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8d0ecf7424143"/>
  </p:sldMasterIdLst>
  <p:notesMasterIdLst>
    <p:notesMasterId xmlns:r="http://schemas.openxmlformats.org/officeDocument/2006/relationships" r:id="Rdee2506b26da4505"/>
  </p:notesMasterIdLst>
  <p:sldIdLst>
    <p:sldId xmlns:r="http://schemas.openxmlformats.org/officeDocument/2006/relationships" id="256" r:id="Rddd2abceb173432c"/>
    <p:sldId xmlns:r="http://schemas.openxmlformats.org/officeDocument/2006/relationships" id="257" r:id="Ra711798addbc4cdf"/>
    <p:sldId xmlns:r="http://schemas.openxmlformats.org/officeDocument/2006/relationships" id="258" r:id="Ra10e2df7108a416d"/>
    <p:sldId xmlns:r="http://schemas.openxmlformats.org/officeDocument/2006/relationships" id="259" r:id="R9664808b5a1548f2"/>
    <p:sldId xmlns:r="http://schemas.openxmlformats.org/officeDocument/2006/relationships" id="260" r:id="R433c235f7d7049b8"/>
    <p:sldId xmlns:r="http://schemas.openxmlformats.org/officeDocument/2006/relationships" id="261" r:id="R5f406e28708642ac"/>
    <p:sldId xmlns:r="http://schemas.openxmlformats.org/officeDocument/2006/relationships" id="262" r:id="R80da7afde1f5488d"/>
    <p:sldId xmlns:r="http://schemas.openxmlformats.org/officeDocument/2006/relationships" id="263" r:id="R3970710948cc4710"/>
    <p:sldId xmlns:r="http://schemas.openxmlformats.org/officeDocument/2006/relationships" id="264" r:id="R8acf4f95ec944220"/>
    <p:sldId xmlns:r="http://schemas.openxmlformats.org/officeDocument/2006/relationships" id="265" r:id="R06a1d7c60f264165"/>
    <p:sldId xmlns:r="http://schemas.openxmlformats.org/officeDocument/2006/relationships" id="266" r:id="R1059aba3ac5b4c66"/>
    <p:sldId xmlns:r="http://schemas.openxmlformats.org/officeDocument/2006/relationships" id="267" r:id="Rec84d0ac98cc480c"/>
    <p:sldId xmlns:r="http://schemas.openxmlformats.org/officeDocument/2006/relationships" id="268" r:id="R09632b0e190f4e68"/>
    <p:sldId xmlns:r="http://schemas.openxmlformats.org/officeDocument/2006/relationships" id="269" r:id="R1dc3220590f44f79"/>
    <p:sldId xmlns:r="http://schemas.openxmlformats.org/officeDocument/2006/relationships" id="270" r:id="Re46cd16338384087"/>
    <p:sldId xmlns:r="http://schemas.openxmlformats.org/officeDocument/2006/relationships" id="271" r:id="R2e6823bfae064e84"/>
    <p:sldId xmlns:r="http://schemas.openxmlformats.org/officeDocument/2006/relationships" id="272" r:id="R0cc0ba7e9fe04c6e"/>
    <p:sldId xmlns:r="http://schemas.openxmlformats.org/officeDocument/2006/relationships" id="273" r:id="Rc9e3599e18344553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a1d7c60f264165" Type="http://schemas.openxmlformats.org/officeDocument/2006/relationships/slide" Target="slides/slide10.xml"/><Relationship Id="R09632b0e190f4e68" Type="http://schemas.openxmlformats.org/officeDocument/2006/relationships/slide" Target="slides/slide13.xml"/><Relationship Id="R0cc0ba7e9fe04c6e" Type="http://schemas.openxmlformats.org/officeDocument/2006/relationships/slide" Target="slides/slide17.xml"/><Relationship Id="R1059aba3ac5b4c66" Type="http://schemas.openxmlformats.org/officeDocument/2006/relationships/slide" Target="slides/slide11.xml"/><Relationship Id="R1dc3220590f44f79" Type="http://schemas.openxmlformats.org/officeDocument/2006/relationships/slide" Target="slides/slide14.xml"/><Relationship Id="R1f08d0ecf7424143" Type="http://schemas.openxmlformats.org/officeDocument/2006/relationships/slideMaster" Target="slideMasters/slideMaster1.xml"/><Relationship Id="R2e6823bfae064e84" Type="http://schemas.openxmlformats.org/officeDocument/2006/relationships/slide" Target="slides/slide16.xml"/><Relationship Id="R30323830db22484d" Type="http://schemas.openxmlformats.org/officeDocument/2006/relationships/tableStyles" Target="tableStyles.xml"/><Relationship Id="R370cec71d6fe48f0" Type="http://schemas.openxmlformats.org/officeDocument/2006/relationships/presProps" Target="presProps.xml"/><Relationship Id="R3970710948cc4710" Type="http://schemas.openxmlformats.org/officeDocument/2006/relationships/slide" Target="slides/slide8.xml"/><Relationship Id="R433c235f7d7049b8" Type="http://schemas.openxmlformats.org/officeDocument/2006/relationships/slide" Target="slides/slide5.xml"/><Relationship Id="R5f406e28708642ac" Type="http://schemas.openxmlformats.org/officeDocument/2006/relationships/slide" Target="slides/slide6.xml"/><Relationship Id="R80da7afde1f5488d" Type="http://schemas.openxmlformats.org/officeDocument/2006/relationships/slide" Target="slides/slide7.xml"/><Relationship Id="R8acf4f95ec944220" Type="http://schemas.openxmlformats.org/officeDocument/2006/relationships/slide" Target="slides/slide9.xml"/><Relationship Id="R8b8a0702b2fa4d3a" Type="http://schemas.openxmlformats.org/officeDocument/2006/relationships/theme" Target="theme/theme1.xml"/><Relationship Id="R9664808b5a1548f2" Type="http://schemas.openxmlformats.org/officeDocument/2006/relationships/slide" Target="slides/slide4.xml"/><Relationship Id="Ra10e2df7108a416d" Type="http://schemas.openxmlformats.org/officeDocument/2006/relationships/slide" Target="slides/slide3.xml"/><Relationship Id="Ra711798addbc4cdf" Type="http://schemas.openxmlformats.org/officeDocument/2006/relationships/slide" Target="slides/slide2.xml"/><Relationship Id="Rc9e3599e18344553" Type="http://schemas.openxmlformats.org/officeDocument/2006/relationships/slide" Target="slides/slide18.xml"/><Relationship Id="Rddd2abceb173432c" Type="http://schemas.openxmlformats.org/officeDocument/2006/relationships/slide" Target="slides/slide1.xml"/><Relationship Id="Rdee2506b26da4505" Type="http://schemas.openxmlformats.org/officeDocument/2006/relationships/notesMaster" Target="notesMasters/notesMaster1.xml"/><Relationship Id="Re46cd16338384087" Type="http://schemas.openxmlformats.org/officeDocument/2006/relationships/slide" Target="slides/slide15.xml"/><Relationship Id="Rec84d0ac98cc480c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0a01389121f3494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9f051892c8b4999" Type="http://schemas.openxmlformats.org/officeDocument/2006/relationships/notesMaster" Target="../notesMasters/notesMaster1.xml"/><Relationship Id="Rf66cdfd34bf94fc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1b8e374fded4a56" Type="http://schemas.openxmlformats.org/officeDocument/2006/relationships/notesMaster" Target="../notesMasters/notesMaster1.xml"/><Relationship Id="Ra8a0f6bc9a894ee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00dbd9dacd2465a" Type="http://schemas.openxmlformats.org/officeDocument/2006/relationships/slide" Target="../slides/slide3.xml"/><Relationship Id="Redd3259a602a4ad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57b4db5f748497e" Type="http://schemas.openxmlformats.org/officeDocument/2006/relationships/slide" Target="../slides/slide4.xml"/><Relationship Id="R81f0764a68164b9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970648b0a504f48" Type="http://schemas.openxmlformats.org/officeDocument/2006/relationships/notesMaster" Target="../notesMasters/notesMaster1.xml"/><Relationship Id="R8174a6a5bddc471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3e22287e28d4004" Type="http://schemas.openxmlformats.org/officeDocument/2006/relationships/slide" Target="../slides/slide6.xml"/><Relationship Id="Re304d2dd045b4ec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7d59948f0284e51" Type="http://schemas.openxmlformats.org/officeDocument/2006/relationships/slide" Target="../slides/slide7.xml"/><Relationship Id="R4b28b17b95884bc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e9514997a8444c" Type="http://schemas.openxmlformats.org/officeDocument/2006/relationships/notesMaster" Target="../notesMasters/notesMaster1.xml"/><Relationship Id="Rb2733601696446e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e7eb0644d3c42f8" Type="http://schemas.openxmlformats.org/officeDocument/2006/relationships/notesMaster" Target="../notesMasters/notesMaster1.xml"/><Relationship Id="R8f98cdccb7094d1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b5d4ec68e3374bf2" Type="http://schemas.openxmlformats.org/officeDocument/2006/relationships/notesMaster" Target="../notesMasters/notesMaster1.xml"/><Relationship Id="Rccf75f3dc1b4421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56e4fb4fc5847d9" Type="http://schemas.openxmlformats.org/officeDocument/2006/relationships/slide" Target="../slides/slide11.xml"/><Relationship Id="R4745332ab05445d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ccb368382b649e4" Type="http://schemas.openxmlformats.org/officeDocument/2006/relationships/notesMaster" Target="../notesMasters/notesMaster1.xml"/><Relationship Id="R9e6fdefb55174d6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ef7a8bc9e4d4a0d" Type="http://schemas.openxmlformats.org/officeDocument/2006/relationships/notesMaster" Target="../notesMasters/notesMaster1.xml"/><Relationship Id="Ra9dc39adb6ee46f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d936198b5b6a4de3" Type="http://schemas.openxmlformats.org/officeDocument/2006/relationships/slide" Target="../slides/slide14.xml"/><Relationship Id="Re416fc33188249c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86d49fa725d04702" Type="http://schemas.openxmlformats.org/officeDocument/2006/relationships/notesMaster" Target="../notesMasters/notesMaster1.xml"/><Relationship Id="Rfef3af4af2884aef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b96716f4df74b4d" Type="http://schemas.openxmlformats.org/officeDocument/2006/relationships/notesMaster" Target="../notesMasters/notesMaster1.xml"/><Relationship Id="Rfdef043e2fb74a40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3a3ad6fba8134bf4" Type="http://schemas.openxmlformats.org/officeDocument/2006/relationships/notesMaster" Target="../notesMasters/notesMaster1.xml"/><Relationship Id="R8e2c5497292344f4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321fa1616664087" Type="http://schemas.openxmlformats.org/officeDocument/2006/relationships/notesMaster" Target="../notesMasters/notesMaster1.xml"/><Relationship Id="R7a3cb2e070e84058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Inicie a animação no modo apresentação. Primeiro, delimite o sistema: o gás sob o pistão. Pergunte o que muda quando o calor entra. Ao final, conecte a cena a Q = ΔU + W, sem introduzir nomes de transformações gasosas.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energia transferida por calor; W é energia transferida por trabalho; ΔU é a mudança da energia interna do gás.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convenção, W é o trabalho realizado pelo gás. Portanto: Q &gt; 0 quando o calor entra; Q &lt; 0 quando sai; W &gt; 0 quando o gás realiza trabalho; W &lt; 0 quando o trabalho é realizado sobre o gás. ΔU é positivo quando a energia interna aumenta e negativo quando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Inicie a animação no modo apresentação. Peça que a turma observe o sentido do movimento do pistão. Quando W &lt; 0 aparecer, destaque: pela convenção Q = ΔU + W, o sinal negativo indica trabalho realizado sobre o gás. A animação não usa a hipótese Q = 0 e não introduz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C:/Users/User/Desktop/celestial-labv1/animacao2_compressao_sinais.py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a pressão aumenta;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e2938e528de440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83e1a4e3a4d4777" Type="http://schemas.openxmlformats.org/officeDocument/2006/relationships/theme" Target="theme/theme2.xml"/><Relationship Id="R9ba88c509db44a8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88c509db4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b50ade872e4739" Type="http://schemas.openxmlformats.org/officeDocument/2006/relationships/slideLayout" Target="../slideLayouts/slideLayout1.xml"/><Relationship Id="Rae1dba30542a4a9b" Type="http://schemas.openxmlformats.org/officeDocument/2006/relationships/image" Target="../media/image.jpeg"/><Relationship Id="Re40cb106d4c6472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7ad9bd5affd4930" Type="http://schemas.openxmlformats.org/officeDocument/2006/relationships/slideLayout" Target="../slideLayouts/slideLayout1.xml"/><Relationship Id="Rec42159446284d4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c36924b06d54390" Type="http://schemas.openxmlformats.org/officeDocument/2006/relationships/slideLayout" Target="../slideLayouts/slideLayout1.xml"/><Relationship Id="R8f8b7af8a18343f7" Type="http://schemas.openxmlformats.org/officeDocument/2006/relationships/image" Target="../media/image2.jpeg"/><Relationship Id="Re5a6945228934a5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8a4a066efa084354" Type="http://schemas.openxmlformats.org/officeDocument/2006/relationships/slideLayout" Target="../slideLayouts/slideLayout1.xml"/><Relationship Id="Rad62f7d40276403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5e7ac93c76f4e09" Type="http://schemas.openxmlformats.org/officeDocument/2006/relationships/notesSlide" Target="../notesSlides/notesSlide5.xml"/><Relationship Id="R6ef0046ef5ce4a39" Type="http://schemas.openxmlformats.org/officeDocument/2006/relationships/image" Target="../media/image3.jpeg"/><Relationship Id="Rdefac4e6694e4c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9df26369f5d4327" Type="http://schemas.openxmlformats.org/officeDocument/2006/relationships/notesSlide" Target="../notesSlides/notesSlide6.xml"/><Relationship Id="Rd39eebc1f3d0462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4e5e0cf0ea74363" Type="http://schemas.openxmlformats.org/officeDocument/2006/relationships/slideLayout" Target="../slideLayouts/slideLayout1.xml"/><Relationship Id="R621837f0d97a42c7" Type="http://schemas.openxmlformats.org/officeDocument/2006/relationships/notesSlide" Target="../notesSlides/notesSlide7.xml"/><Relationship Id="Ra312db1f17ea4d03" Type="http://schemas.openxmlformats.org/officeDocument/2006/relationships/chart" Target="charts/chart1.xml"/></Relationships>
</file>

<file path=ppt/slides/_rels/slide8.xml.rels><?xml version='1.0' encoding='UTF-8' standalone='yes'?>
<Relationships xmlns="http://schemas.openxmlformats.org/package/2006/relationships"><Relationship Id="R189e5b48fde24399" Type="http://schemas.openxmlformats.org/officeDocument/2006/relationships/notesSlide" Target="../notesSlides/notesSlide8.xml"/><Relationship Id="R95c6a77f06a8403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d104fcf7d77469b" Type="http://schemas.openxmlformats.org/officeDocument/2006/relationships/notesSlide" Target="../notesSlides/notesSlide9.xml"/><Relationship Id="R75e1aaf13d264ba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001fc4bc0454a8e" Type="http://schemas.openxmlformats.org/officeDocument/2006/relationships/notesSlide" Target="../notesSlides/notesSlide10.xml"/><Relationship Id="R8b51472270864762" Type="http://schemas.openxmlformats.org/officeDocument/2006/relationships/slideLayout" Target="../slideLayouts/slideLayout1.xml"/><Relationship Id="Ra436fe56994a4f4c" Type="http://schemas.openxmlformats.org/officeDocument/2006/relationships/chart" Target="charts/chart2.xml"/></Relationships>
</file>

<file path=ppt/slides/_rels/slide11.xml.rels><?xml version='1.0' encoding='UTF-8' standalone='yes'?>
<Relationships xmlns="http://schemas.openxmlformats.org/package/2006/relationships"><Relationship Id="R483ee7ec1b5f48fa" Type="http://schemas.openxmlformats.org/officeDocument/2006/relationships/slideLayout" Target="../slideLayouts/slideLayout1.xml"/><Relationship Id="Ra8452bee8fd3472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ae124927b7e14c74" Type="http://schemas.openxmlformats.org/officeDocument/2006/relationships/slideLayout" Target="../slideLayouts/slideLayout1.xml"/><Relationship Id="Rce5e910cc9bc4e9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9ba45464cb940ca" Type="http://schemas.openxmlformats.org/officeDocument/2006/relationships/slideLayout" Target="../slideLayouts/slideLayout1.xml"/><Relationship Id="R77e11b64f01c4b29" Type="http://schemas.openxmlformats.org/officeDocument/2006/relationships/image" Target="../media/image5.jpeg"/><Relationship Id="R859657a3d9ca4eae" Type="http://schemas.openxmlformats.org/officeDocument/2006/relationships/notesSlide" Target="../notesSlides/notesSlide13.xml"/><Relationship Id="R8c1dd7f4f7bd4045" Type="http://schemas.openxmlformats.org/officeDocument/2006/relationships/image" Target="../media/image4.jpeg"/><Relationship Id="Rbf174a445aa04ce2" Type="http://schemas.openxmlformats.org/officeDocument/2006/relationships/image" Target="../media/image6.jpeg"/></Relationships>
</file>

<file path=ppt/slides/_rels/slide14.xml.rels><?xml version='1.0' encoding='UTF-8' standalone='yes'?>
<Relationships xmlns="http://schemas.openxmlformats.org/package/2006/relationships"><Relationship Id="R9336dc5f22de45c6" Type="http://schemas.openxmlformats.org/officeDocument/2006/relationships/image" Target="../media/image.gif"/><Relationship Id="Rdca3afc2733746b9" Type="http://schemas.openxmlformats.org/officeDocument/2006/relationships/slideLayout" Target="../slideLayouts/slideLayout1.xml"/><Relationship Id="Rdff31c248e84404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e1d3c133b0c497e" Type="http://schemas.openxmlformats.org/officeDocument/2006/relationships/notesSlide" Target="../notesSlides/notesSlide15.xml"/><Relationship Id="Rc26c3385dd8949c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143a732b3214672" Type="http://schemas.openxmlformats.org/officeDocument/2006/relationships/slideLayout" Target="../slideLayouts/slideLayout1.xml"/><Relationship Id="Ra65c77aa9e5e4e7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f8bb48a9a094f2c" Type="http://schemas.openxmlformats.org/officeDocument/2006/relationships/notesSlide" Target="../notesSlides/notesSlide17.xml"/><Relationship Id="Raa9a9a61698b4bab" Type="http://schemas.openxmlformats.org/officeDocument/2006/relationships/slideLayout" Target="../slideLayouts/slideLayout1.xml"/><Relationship Id="Rc142ce11c61643b7" Type="http://schemas.openxmlformats.org/officeDocument/2006/relationships/image" Target="../media/image2.gif"/></Relationships>
</file>

<file path=ppt/slides/_rels/slide18.xml.rels><?xml version='1.0' encoding='UTF-8' standalone='yes'?>
<Relationships xmlns="http://schemas.openxmlformats.org/package/2006/relationships"><Relationship Id="R1a7ccc3642304759" Type="http://schemas.openxmlformats.org/officeDocument/2006/relationships/notesSlide" Target="../notesSlides/notesSlide18.xml"/><Relationship Id="R6b4cdc634e244f58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dba30542a4a9b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b7af8a18343f7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2457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1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0046ef5ce4a39"/>
          <a:stretch xmlns:a="http://schemas.openxmlformats.org/drawingml/2006/main"/>
        </p:blipFill>
        <p:spPr>
          <a:xfrm xmlns:a="http://schemas.openxmlformats.org/drawingml/2006/main">
            <a:off x="5695950" y="2459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8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2db1f17ea4d03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43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6fe56994a4f4c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52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4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dd7f4f7bd4045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11b64f01c4b29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74a445aa04ce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9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1ª Lei da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Observe o sistema: para onde vai a energia que entra?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6dc5f22de45c6"/>
          <a:stretch xmlns:a="http://schemas.openxmlformats.org/drawingml/2006/main"/>
        </p:blipFill>
        <p:spPr>
          <a:xfrm xmlns:a="http://schemas.openxmlformats.org/drawingml/2006/main">
            <a:off x="6953250" y="2505670"/>
            <a:ext cx="5467350" cy="3075384"/>
          </a:xfrm>
          <a:prstGeom xmlns:a="http://schemas.openxmlformats.org/drawingml/2006/main" prst="roundRect">
            <a:avLst>
              <a:gd name="adj" fmla="val 3715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convenção de sinais completa a 1ª Lei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&lt; 0: calor sai do sistema.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67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Compressão: trabalho realizado sobre 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 pistão desce e as partículas se agitam mais.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sinal negativo registra o sentido da transferência de energia.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ce11c61643b7"/>
          <a:stretch xmlns:a="http://schemas.openxmlformats.org/drawingml/2006/main"/>
        </p:blipFill>
        <p:spPr>
          <a:xfrm xmlns:a="http://schemas.openxmlformats.org/drawingml/2006/main">
            <a:off x="1295400" y="3002161"/>
            <a:ext cx="5429250" cy="3053953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duas ideias e uma conta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2026-08-23T18:36:05.3460000Z</dcterms:created>
  <dcterms:modified xsi:type="dcterms:W3CDTF">2026-08-23T18:36:05.3460000Z</dcterms:modified>
</coreProperties>
</file>