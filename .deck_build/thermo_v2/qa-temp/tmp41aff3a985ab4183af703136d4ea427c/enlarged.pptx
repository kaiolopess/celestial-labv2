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397a4a4586940e7" Type="http://schemas.openxmlformats.org/package/2006/relationships/metadata/core-properties" Target="docProps/core.xml"/><Relationship Id="R7b07bd0e30224cfa" Type="http://schemas.openxmlformats.org/officeDocument/2006/relationships/officeDocument" Target="ppt/presentation.xml"/><Relationship Id="Re8fa075af0394e7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800e2d4bf4449"/>
  </p:sldMasterIdLst>
  <p:notesMasterIdLst>
    <p:notesMasterId xmlns:r="http://schemas.openxmlformats.org/officeDocument/2006/relationships" r:id="Rd42afd8aac7a431d"/>
  </p:notesMasterIdLst>
  <p:sldIdLst>
    <p:sldId xmlns:r="http://schemas.openxmlformats.org/officeDocument/2006/relationships" id="256" r:id="R5eea11844b644d21"/>
    <p:sldId xmlns:r="http://schemas.openxmlformats.org/officeDocument/2006/relationships" id="257" r:id="Rc07991e1c65f40ed"/>
    <p:sldId xmlns:r="http://schemas.openxmlformats.org/officeDocument/2006/relationships" id="258" r:id="R8b003e4496ec4e21"/>
    <p:sldId xmlns:r="http://schemas.openxmlformats.org/officeDocument/2006/relationships" id="259" r:id="R8d0d95ca7e484702"/>
    <p:sldId xmlns:r="http://schemas.openxmlformats.org/officeDocument/2006/relationships" id="260" r:id="R36470e9459624c69"/>
    <p:sldId xmlns:r="http://schemas.openxmlformats.org/officeDocument/2006/relationships" id="261" r:id="Rd06752e845bc4639"/>
    <p:sldId xmlns:r="http://schemas.openxmlformats.org/officeDocument/2006/relationships" id="262" r:id="Rf430963517444014"/>
    <p:sldId xmlns:r="http://schemas.openxmlformats.org/officeDocument/2006/relationships" id="263" r:id="R7e69073fe3f34fd7"/>
    <p:sldId xmlns:r="http://schemas.openxmlformats.org/officeDocument/2006/relationships" id="264" r:id="Rdb243c786c8f46bf"/>
    <p:sldId xmlns:r="http://schemas.openxmlformats.org/officeDocument/2006/relationships" id="265" r:id="R16cd8eb021f44cfe"/>
    <p:sldId xmlns:r="http://schemas.openxmlformats.org/officeDocument/2006/relationships" id="266" r:id="R69755cce0cd04430"/>
    <p:sldId xmlns:r="http://schemas.openxmlformats.org/officeDocument/2006/relationships" id="267" r:id="R5d68babdda494b3b"/>
    <p:sldId xmlns:r="http://schemas.openxmlformats.org/officeDocument/2006/relationships" id="268" r:id="R04329f2f3c8b45b1"/>
    <p:sldId xmlns:r="http://schemas.openxmlformats.org/officeDocument/2006/relationships" id="269" r:id="R8b1bb9e8f73f4713"/>
    <p:sldId xmlns:r="http://schemas.openxmlformats.org/officeDocument/2006/relationships" id="270" r:id="R394f4badd7db4bf1"/>
    <p:sldId xmlns:r="http://schemas.openxmlformats.org/officeDocument/2006/relationships" id="271" r:id="R97779e3a847d4606"/>
    <p:sldId xmlns:r="http://schemas.openxmlformats.org/officeDocument/2006/relationships" id="272" r:id="R70d3a37a465548a3"/>
    <p:sldId xmlns:r="http://schemas.openxmlformats.org/officeDocument/2006/relationships" id="273" r:id="Re1c17423c74b47be"/>
    <p:sldId xmlns:r="http://schemas.openxmlformats.org/officeDocument/2006/relationships" id="274" r:id="R8a5667286ee34318"/>
    <p:sldId xmlns:r="http://schemas.openxmlformats.org/officeDocument/2006/relationships" id="275" r:id="R8c061f403c7041aa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329f2f3c8b45b1" Type="http://schemas.openxmlformats.org/officeDocument/2006/relationships/slide" Target="slides/slide13.xml"/><Relationship Id="R125906ee12d6441c" Type="http://schemas.openxmlformats.org/officeDocument/2006/relationships/presProps" Target="presProps.xml"/><Relationship Id="R16cd8eb021f44cfe" Type="http://schemas.openxmlformats.org/officeDocument/2006/relationships/slide" Target="slides/slide10.xml"/><Relationship Id="R36470e9459624c69" Type="http://schemas.openxmlformats.org/officeDocument/2006/relationships/slide" Target="slides/slide5.xml"/><Relationship Id="R394f4badd7db4bf1" Type="http://schemas.openxmlformats.org/officeDocument/2006/relationships/slide" Target="slides/slide15.xml"/><Relationship Id="R5d68babdda494b3b" Type="http://schemas.openxmlformats.org/officeDocument/2006/relationships/slide" Target="slides/slide12.xml"/><Relationship Id="R5eea11844b644d21" Type="http://schemas.openxmlformats.org/officeDocument/2006/relationships/slide" Target="slides/slide1.xml"/><Relationship Id="R69755cce0cd04430" Type="http://schemas.openxmlformats.org/officeDocument/2006/relationships/slide" Target="slides/slide11.xml"/><Relationship Id="R70d3a37a465548a3" Type="http://schemas.openxmlformats.org/officeDocument/2006/relationships/slide" Target="slides/slide17.xml"/><Relationship Id="R75f800e2d4bf4449" Type="http://schemas.openxmlformats.org/officeDocument/2006/relationships/slideMaster" Target="slideMasters/slideMaster1.xml"/><Relationship Id="R7e69073fe3f34fd7" Type="http://schemas.openxmlformats.org/officeDocument/2006/relationships/slide" Target="slides/slide8.xml"/><Relationship Id="R8a5667286ee34318" Type="http://schemas.openxmlformats.org/officeDocument/2006/relationships/slide" Target="slides/slide19.xml"/><Relationship Id="R8b003e4496ec4e21" Type="http://schemas.openxmlformats.org/officeDocument/2006/relationships/slide" Target="slides/slide3.xml"/><Relationship Id="R8b1bb9e8f73f4713" Type="http://schemas.openxmlformats.org/officeDocument/2006/relationships/slide" Target="slides/slide14.xml"/><Relationship Id="R8c061f403c7041aa" Type="http://schemas.openxmlformats.org/officeDocument/2006/relationships/slide" Target="slides/slide20.xml"/><Relationship Id="R8d0d95ca7e484702" Type="http://schemas.openxmlformats.org/officeDocument/2006/relationships/slide" Target="slides/slide4.xml"/><Relationship Id="R97779e3a847d4606" Type="http://schemas.openxmlformats.org/officeDocument/2006/relationships/slide" Target="slides/slide16.xml"/><Relationship Id="Rc07991e1c65f40ed" Type="http://schemas.openxmlformats.org/officeDocument/2006/relationships/slide" Target="slides/slide2.xml"/><Relationship Id="Rc5ad0b6b50fd42b6" Type="http://schemas.openxmlformats.org/officeDocument/2006/relationships/tableStyles" Target="tableStyles.xml"/><Relationship Id="Rd06752e845bc4639" Type="http://schemas.openxmlformats.org/officeDocument/2006/relationships/slide" Target="slides/slide6.xml"/><Relationship Id="Rd42afd8aac7a431d" Type="http://schemas.openxmlformats.org/officeDocument/2006/relationships/notesMaster" Target="notesMasters/notesMaster1.xml"/><Relationship Id="Rdb243c786c8f46bf" Type="http://schemas.openxmlformats.org/officeDocument/2006/relationships/slide" Target="slides/slide9.xml"/><Relationship Id="Re1c17423c74b47be" Type="http://schemas.openxmlformats.org/officeDocument/2006/relationships/slide" Target="slides/slide18.xml"/><Relationship Id="Rf0e65320f53843f2" Type="http://schemas.openxmlformats.org/officeDocument/2006/relationships/theme" Target="theme/theme1.xml"/><Relationship Id="Rf4309635174440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27d0bc00d63d4c2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8770bef22224997" Type="http://schemas.openxmlformats.org/officeDocument/2006/relationships/slide" Target="../slides/slide1.xml"/><Relationship Id="Reb13417e7147475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ee0e2565848b4410" Type="http://schemas.openxmlformats.org/officeDocument/2006/relationships/slide" Target="../slides/slide2.xml"/><Relationship Id="Rfcb987c4dd23415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58a8ea8cfd948b4" Type="http://schemas.openxmlformats.org/officeDocument/2006/relationships/slide" Target="../slides/slide3.xml"/><Relationship Id="Read23b3a28764883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8c34572a97a4624" Type="http://schemas.openxmlformats.org/officeDocument/2006/relationships/slide" Target="../slides/slide4.xml"/><Relationship Id="R7e1130baa06b4f5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993420de2864ca0" Type="http://schemas.openxmlformats.org/officeDocument/2006/relationships/notesMaster" Target="../notesMasters/notesMaster1.xml"/><Relationship Id="Rdea1ee19e1404a7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0e8799d63ce4ef2" Type="http://schemas.openxmlformats.org/officeDocument/2006/relationships/notesMaster" Target="../notesMasters/notesMaster1.xml"/><Relationship Id="R8129a822265540f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ffce186e2704e55" Type="http://schemas.openxmlformats.org/officeDocument/2006/relationships/slide" Target="../slides/slide7.xml"/><Relationship Id="Rc5a650d2cf004b5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b1c6fbdd917458c" Type="http://schemas.openxmlformats.org/officeDocument/2006/relationships/slide" Target="../slides/slide8.xml"/><Relationship Id="R50834a609b9040e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a78718a9b4f4a08" Type="http://schemas.openxmlformats.org/officeDocument/2006/relationships/notesMaster" Target="../notesMasters/notesMaster1.xml"/><Relationship Id="Ra5ac5b765c324a7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8d2cc5d7f2a4f01" Type="http://schemas.openxmlformats.org/officeDocument/2006/relationships/slide" Target="../slides/slide10.xml"/><Relationship Id="Rb4f6c637253b483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94e2fb2fd1014f95" Type="http://schemas.openxmlformats.org/officeDocument/2006/relationships/slide" Target="../slides/slide11.xml"/><Relationship Id="Ree303172179d47e7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f880603d8124ca8" Type="http://schemas.openxmlformats.org/officeDocument/2006/relationships/notesMaster" Target="../notesMasters/notesMaster1.xml"/><Relationship Id="Rd351bbbd41534ab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9a1f65a3e2d54f96" Type="http://schemas.openxmlformats.org/officeDocument/2006/relationships/slide" Target="../slides/slide13.xml"/><Relationship Id="Rc516e0ff9c91459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135c833c7464870" Type="http://schemas.openxmlformats.org/officeDocument/2006/relationships/slide" Target="../slides/slide14.xml"/><Relationship Id="Rac207a6ba152475e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297f3c4aeee1403f" Type="http://schemas.openxmlformats.org/officeDocument/2006/relationships/notesMaster" Target="../notesMasters/notesMaster1.xml"/><Relationship Id="Rfb1bd04951d744e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1622d0fdfec848d1" Type="http://schemas.openxmlformats.org/officeDocument/2006/relationships/notesMaster" Target="../notesMasters/notesMaster1.xml"/><Relationship Id="R55c735b6b9ab4c84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9acebcb55ffc43d8" Type="http://schemas.openxmlformats.org/officeDocument/2006/relationships/slide" Target="../slides/slide17.xml"/><Relationship Id="Rc55d72b9556146d8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6cd6b67e0744a76" Type="http://schemas.openxmlformats.org/officeDocument/2006/relationships/slide" Target="../slides/slide18.xml"/><Relationship Id="R9bdcfd1d5bb54dff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30078dae9224b82" Type="http://schemas.openxmlformats.org/officeDocument/2006/relationships/notesMaster" Target="../notesMasters/notesMaster1.xml"/><Relationship Id="Rde879ebe1c94471e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6d57cb72a544357" Type="http://schemas.openxmlformats.org/officeDocument/2006/relationships/slide" Target="../slides/slide20.xml"/><Relationship Id="Rcca6516d6c5f4d59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uma pausa clara entre as duas partes da aula. Mostre apenas o sistema da animação 1 antes de apresentar qualquer equação. Pergunte: qual parte vamos chamar de sistema? Delimite o gás dentro do pistão; tudo que está fora é a vizinhança.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o desenho para nomear somente três grandezas. Q é a energia transferida por calor; W é a energia transferida por trabalho; ΔU é a mudança da energia interna do gás. Evite falar de transformações gasosas nesta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Q = ΔU + W em voz alta. Nesta aula, W representa o trabalho realizado pelo gás. Assim, Q &gt; 0 quando o calor entra; W &gt; 0 quando o gás realiza trabalho; ΔU &gt; 0 quando a energia interna aumenta. A Khan Academy também apresenta a convenção equivalente em que o trabalho sobre o sistema é positivo; não misture as duas durante a resolução.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Reproduza Animacao_1_Primeira_Lei_Termodinamica.mp4. Antes da equação aparecer, peça que a turma descreva o que observa: calor entrando, partículas mais agitadas e pistão subindo. No quadro final, conecte a cena a Q = ΔU + 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cerca de 20 segundos para a tentativa. Identifique Q = 100 J e W = 40 J. Em Q = ΔU + W, ΔU = 100 − 40 = 60 J. A conta tem uma única etapa: 40 J aparecem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Reproduza Animacao_2_Compressao_Convencao_Sinais.mp4. Pare depois que W &lt; 0 aparecer e pergunte quem realiza trabalho sobre quem. No exemplo isolado, Q = 0. Como Q = ΔU + W, temos ΔU = −W &gt; 0: o trabalho feito sobre o gás aumenta sua energia interna. Não introduza PΔV nem nomes de transformações.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C:/Users/User/Desktop/celestial-labv1/Animacao_2_Compressao_Convencao_Sinais.mp4</a:t>
            </a:r>
          </a:p>
          <a:p xmlns:a="http://schemas.openxmlformats.org/drawingml/2006/main">
            <a:r>
              <a:t>- C:/Users/User/Desktop/celestial-labv1/.deck_build/thermo_v2/animacao2_compressao_sinais.py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 sobe; (2) Q é calor transferido, ΔU é a mudança da energia interna e W é o trabalho realizado pelo gás; (3) 0 = ΔU − 40, portanto ΔU =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eb9ebef667044a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a26b203e3c346aa" Type="http://schemas.openxmlformats.org/officeDocument/2006/relationships/slideLayout" Target="../slideLayouts/slideLayout1.xml"/><Relationship Id="Raf5be75f6e80471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6b203e3c3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293b413fedc48c0" Type="http://schemas.openxmlformats.org/officeDocument/2006/relationships/image" Target="../media/image.jpeg"/><Relationship Id="Rb2d0bc9a58a94d2d" Type="http://schemas.openxmlformats.org/officeDocument/2006/relationships/notesSlide" Target="../notesSlides/notesSlide1.xml"/><Relationship Id="Re7ae1e647dec443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d009f87fe73c4915" Type="http://schemas.openxmlformats.org/officeDocument/2006/relationships/notesSlide" Target="../notesSlides/notesSlide2.xml"/><Relationship Id="Re65acb23d16d456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ec208fa5e8447e7" Type="http://schemas.openxmlformats.org/officeDocument/2006/relationships/slideLayout" Target="../slideLayouts/slideLayout1.xml"/><Relationship Id="R57617e3d7aa244fa" Type="http://schemas.openxmlformats.org/officeDocument/2006/relationships/notesSlide" Target="../notesSlides/notesSlide3.xml"/><Relationship Id="R6ddf0834936f47ce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648321aa7e8549db" Type="http://schemas.openxmlformats.org/officeDocument/2006/relationships/notesSlide" Target="../notesSlides/notesSlide4.xml"/><Relationship Id="Rbc7fe08b00fe459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7a5c6f829c446f8" Type="http://schemas.openxmlformats.org/officeDocument/2006/relationships/slideLayout" Target="../slideLayouts/slideLayout1.xml"/><Relationship Id="R8eb9f92451894989" Type="http://schemas.openxmlformats.org/officeDocument/2006/relationships/image" Target="../media/image3.jpeg"/><Relationship Id="Rc7ce30b9b4a84c7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f1e56ddfeb949fa" Type="http://schemas.openxmlformats.org/officeDocument/2006/relationships/notesSlide" Target="../notesSlides/notesSlide6.xml"/><Relationship Id="R848dcf8c85c64ce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41815ddef714ea3" Type="http://schemas.openxmlformats.org/officeDocument/2006/relationships/notesSlide" Target="../notesSlides/notesSlide7.xml"/><Relationship Id="R467d59526ad44740" Type="http://schemas.openxmlformats.org/officeDocument/2006/relationships/chart" Target="charts/chart1.xml"/><Relationship Id="R8965b173e643422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ee58d871cce4de2" Type="http://schemas.openxmlformats.org/officeDocument/2006/relationships/slideLayout" Target="../slideLayouts/slideLayout1.xml"/><Relationship Id="R77a1b1454b7543d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f854fe93a574c10" Type="http://schemas.openxmlformats.org/officeDocument/2006/relationships/notesSlide" Target="../notesSlides/notesSlide9.xml"/><Relationship Id="R5dd8c9728fef47ec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ce7b723e7414f8d" Type="http://schemas.openxmlformats.org/officeDocument/2006/relationships/chart" Target="charts/chart2.xml"/><Relationship Id="R5b3489d24bde41c5" Type="http://schemas.openxmlformats.org/officeDocument/2006/relationships/slideLayout" Target="../slideLayouts/slideLayout1.xml"/><Relationship Id="R887e92c559e340df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e58b503dbca404e" Type="http://schemas.openxmlformats.org/officeDocument/2006/relationships/notesSlide" Target="../notesSlides/notesSlide11.xml"/><Relationship Id="Rc69dda6847774417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7f67e90ec354948" Type="http://schemas.openxmlformats.org/officeDocument/2006/relationships/slideLayout" Target="../slideLayouts/slideLayout1.xml"/><Relationship Id="R48ed559f1473431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9ad08d62e8748f5" Type="http://schemas.openxmlformats.org/officeDocument/2006/relationships/notesSlide" Target="../notesSlides/notesSlide13.xml"/><Relationship Id="R69379fc67723440d" Type="http://schemas.openxmlformats.org/officeDocument/2006/relationships/slideLayout" Target="../slideLayouts/slideLayout1.xml"/><Relationship Id="Rcab31cdf005849a7" Type="http://schemas.openxmlformats.org/officeDocument/2006/relationships/image" Target="../media/image4.jpeg"/><Relationship Id="Rd97619a3570f4133" Type="http://schemas.openxmlformats.org/officeDocument/2006/relationships/image" Target="../media/image6.jpeg"/><Relationship Id="Rfddabacba85944fc" Type="http://schemas.openxmlformats.org/officeDocument/2006/relationships/image" Target="../media/image5.jpeg"/></Relationships>
</file>

<file path=ppt/slides/_rels/slide14.xml.rels><?xml version='1.0' encoding='UTF-8' standalone='yes'?>
<Relationships xmlns="http://schemas.openxmlformats.org/package/2006/relationships"><Relationship Id="R435fc65286154a9a" Type="http://schemas.openxmlformats.org/officeDocument/2006/relationships/image" Target="../media/image.png"/><Relationship Id="R8e2517b655a24c71" Type="http://schemas.openxmlformats.org/officeDocument/2006/relationships/notesSlide" Target="../notesSlides/notesSlide14.xml"/><Relationship Id="Re655db5766cb469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37e7bbce97fc400b" Type="http://schemas.openxmlformats.org/officeDocument/2006/relationships/slideLayout" Target="../slideLayouts/slideLayout1.xml"/><Relationship Id="R9bf736275b35483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04c1e633db3493e" Type="http://schemas.openxmlformats.org/officeDocument/2006/relationships/slideLayout" Target="../slideLayouts/slideLayout1.xml"/><Relationship Id="R406bb5a7012347f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9326b0aa8e64154" Type="http://schemas.openxmlformats.org/officeDocument/2006/relationships/slideLayout" Target="../slideLayouts/slideLayout1.xml"/><Relationship Id="R480754ad94954658" Type="http://schemas.openxmlformats.org/officeDocument/2006/relationships/image" Target="../media/image2.png"/><Relationship Id="R506fa8f5d9d9474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b29a3a6a73b64d71" Type="http://schemas.openxmlformats.org/officeDocument/2006/relationships/slideLayout" Target="../slideLayouts/slideLayout1.xml"/><Relationship Id="Rd73f5f9648c54d1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714acc6be754776" Type="http://schemas.openxmlformats.org/officeDocument/2006/relationships/notesSlide" Target="../notesSlides/notesSlide19.xml"/><Relationship Id="Rb015681d93944b67" Type="http://schemas.openxmlformats.org/officeDocument/2006/relationships/image" Target="../media/image3.png"/><Relationship Id="Rb9ba2b55f5cb47b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306916797504ad8" Type="http://schemas.openxmlformats.org/officeDocument/2006/relationships/notesSlide" Target="../notesSlides/notesSlide20.xml"/><Relationship Id="Rc0e1596da07a46ce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33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3b413fedc48c0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162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48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238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28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f0834936f47ce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00" y="2457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53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9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90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71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53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8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38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1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6" name="Rectangle 3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90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43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38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28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9f92451894989"/>
          <a:stretch xmlns:a="http://schemas.openxmlformats.org/drawingml/2006/main"/>
        </p:blipFill>
        <p:spPr>
          <a:xfrm xmlns:a="http://schemas.openxmlformats.org/drawingml/2006/main">
            <a:off x="5695950" y="2459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81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7d59526ad44740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43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e7b723e7414f8d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00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53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95400" y="2552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34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2" name="Rectangle 4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31cdf005849a7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4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abacba85944fc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19a3570f4133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19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610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Calor, energia interna e trabalho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Agora seguimos o caminho da energia.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33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fc65286154a9a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162050"/>
            <a:ext cx="5467350" cy="57721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dentro do pistão é 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que entra ou sai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sistema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mudança: ΔU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transferida pelo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movimento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86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229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Q e W transferem energia; ΔU mede a mudança da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acompanha Q, ΔU e W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mudança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calor entra no sistema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67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0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A energia se conserva: os sinais mostram para onde ela foi.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67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Aqui, W é o trabalho realizado pelo gás.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Animação 1 — calor entra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28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sistema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 entra no gás e as partículas se agitam mais.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Pergunta durante a animação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 que muda no gás e no pistão?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53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calor recebido se distribui entre ΔU e W.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754ad94954658"/>
          <a:stretch xmlns:a="http://schemas.openxmlformats.org/drawingml/2006/main"/>
        </p:blipFill>
        <p:spPr>
          <a:xfrm xmlns:a="http://schemas.openxmlformats.org/drawingml/2006/main">
            <a:off x="1295400" y="3002161"/>
            <a:ext cx="5429250" cy="3053953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Conta rápida — para onde foram 100 J?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 segundos em dupla → depois, explique.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Animação 2 — compressão e sinais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28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a compressão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Quem realiza trabalho sobre quem?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Convenção desta aula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 &lt; 0: trabalho realizado sobre o gás.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53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Q = 0: ΔU = −W &gt; 0; a energia interna aumenta.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5681d93944b67"/>
          <a:stretch xmlns:a="http://schemas.openxmlformats.org/drawingml/2006/main"/>
        </p:blipFill>
        <p:spPr>
          <a:xfrm xmlns:a="http://schemas.openxmlformats.org/drawingml/2006/main">
            <a:off x="1295400" y="3002161"/>
            <a:ext cx="5429250" cy="3053953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 — três respostas curtas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o que Q, ΔU e W representam?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Q = 0 e W = −40 J,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2026-08-23T17:59:50.2500000Z</dcterms:created>
  <dcterms:modified xsi:type="dcterms:W3CDTF">2026-08-23T17:59:50.2500000Z</dcterms:modified>
</coreProperties>
</file>