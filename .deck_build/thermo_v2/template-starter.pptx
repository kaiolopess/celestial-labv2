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bdf992bbdc4d15" /><Relationship Type="http://schemas.openxmlformats.org/officeDocument/2006/relationships/extended-properties" Target="/docProps/app.xml" Id="R1709048681ab463d" /><Relationship Type="http://schemas.openxmlformats.org/officeDocument/2006/relationships/officeDocument" Target="/ppt/presentation.xml" Id="R38da300f5da3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61027631a84b5f"/>
  </p:sldMasterIdLst>
  <p:notesMasterIdLst>
    <p:notesMasterId xmlns:r="http://schemas.openxmlformats.org/officeDocument/2006/relationships" r:id="R8e1d45ac5d994473"/>
  </p:notesMasterIdLst>
  <p:sldIdLst>
    <p:sldId xmlns:r="http://schemas.openxmlformats.org/officeDocument/2006/relationships" id="256" r:id="R95314e1f1a13413d"/>
    <p:sldId xmlns:r="http://schemas.openxmlformats.org/officeDocument/2006/relationships" id="257" r:id="R574b57b2099c4be8"/>
    <p:sldId xmlns:r="http://schemas.openxmlformats.org/officeDocument/2006/relationships" id="258" r:id="Rd2769d48e7d0485c"/>
    <p:sldId xmlns:r="http://schemas.openxmlformats.org/officeDocument/2006/relationships" id="259" r:id="R542d2a97d1584b90"/>
    <p:sldId xmlns:r="http://schemas.openxmlformats.org/officeDocument/2006/relationships" id="260" r:id="Rf145a64e813041e8"/>
    <p:sldId xmlns:r="http://schemas.openxmlformats.org/officeDocument/2006/relationships" id="261" r:id="R8887dc6ca16a468b"/>
    <p:sldId xmlns:r="http://schemas.openxmlformats.org/officeDocument/2006/relationships" id="262" r:id="Rb35d29a3b93e4250"/>
    <p:sldId xmlns:r="http://schemas.openxmlformats.org/officeDocument/2006/relationships" id="263" r:id="R340d6c31313b4884"/>
    <p:sldId xmlns:r="http://schemas.openxmlformats.org/officeDocument/2006/relationships" id="264" r:id="R4afcba80ddda4abc"/>
    <p:sldId xmlns:r="http://schemas.openxmlformats.org/officeDocument/2006/relationships" id="265" r:id="R7caa3016911641a3"/>
    <p:sldId xmlns:r="http://schemas.openxmlformats.org/officeDocument/2006/relationships" id="266" r:id="Rafaa330b12f54f90"/>
    <p:sldId xmlns:r="http://schemas.openxmlformats.org/officeDocument/2006/relationships" id="267" r:id="Rb1758fb01f9b4df6"/>
    <p:sldId xmlns:r="http://schemas.openxmlformats.org/officeDocument/2006/relationships" id="268" r:id="Rd989f87e593f4212"/>
    <p:sldId xmlns:r="http://schemas.openxmlformats.org/officeDocument/2006/relationships" id="269" r:id="R155de57946404847"/>
    <p:sldId xmlns:r="http://schemas.openxmlformats.org/officeDocument/2006/relationships" id="270" r:id="Rd12ffd1f689e4566"/>
    <p:sldId xmlns:r="http://schemas.openxmlformats.org/officeDocument/2006/relationships" id="271" r:id="Rdd0b0bef33794009"/>
    <p:sldId xmlns:r="http://schemas.openxmlformats.org/officeDocument/2006/relationships" id="272" r:id="R49db1c58a0984544"/>
    <p:sldId xmlns:r="http://schemas.openxmlformats.org/officeDocument/2006/relationships" id="273" r:id="R6e3fa791a820497a"/>
    <p:sldId xmlns:r="http://schemas.openxmlformats.org/officeDocument/2006/relationships" id="274" r:id="R36418e113d42404c"/>
    <p:sldId xmlns:r="http://schemas.openxmlformats.org/officeDocument/2006/relationships" id="275" r:id="R7b441c786bb644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c0d9bfa97f4161" /><Relationship Type="http://schemas.openxmlformats.org/officeDocument/2006/relationships/slideMaster" Target="/ppt/slideMasters/slideMaster1.xml" Id="R9c61027631a84b5f" /><Relationship Type="http://schemas.openxmlformats.org/officeDocument/2006/relationships/notesMaster" Target="/ppt/notesMasters/notesMaster1.xml" Id="R8e1d45ac5d994473" /><Relationship Type="http://schemas.openxmlformats.org/officeDocument/2006/relationships/presProps" Target="/ppt/presProps.xml" Id="Ra73d5ebe56074f5e" /><Relationship Type="http://schemas.openxmlformats.org/officeDocument/2006/relationships/tableStyles" Target="/ppt/tableStyles.xml" Id="R0f818117bd6a4a48" /><Relationship Type="http://schemas.openxmlformats.org/officeDocument/2006/relationships/slide" Target="/ppt/slides/slide1.xml" Id="R95314e1f1a13413d" /><Relationship Type="http://schemas.openxmlformats.org/officeDocument/2006/relationships/slide" Target="/ppt/slides/slide2.xml" Id="R574b57b2099c4be8" /><Relationship Type="http://schemas.openxmlformats.org/officeDocument/2006/relationships/slide" Target="/ppt/slides/slide3.xml" Id="Rd2769d48e7d0485c" /><Relationship Type="http://schemas.openxmlformats.org/officeDocument/2006/relationships/slide" Target="/ppt/slides/slide4.xml" Id="R542d2a97d1584b90" /><Relationship Type="http://schemas.openxmlformats.org/officeDocument/2006/relationships/slide" Target="/ppt/slides/slide5.xml" Id="Rf145a64e813041e8" /><Relationship Type="http://schemas.openxmlformats.org/officeDocument/2006/relationships/slide" Target="/ppt/slides/slide6.xml" Id="R8887dc6ca16a468b" /><Relationship Type="http://schemas.openxmlformats.org/officeDocument/2006/relationships/slide" Target="/ppt/slides/slide7.xml" Id="Rb35d29a3b93e4250" /><Relationship Type="http://schemas.openxmlformats.org/officeDocument/2006/relationships/slide" Target="/ppt/slides/slide8.xml" Id="R340d6c31313b4884" /><Relationship Type="http://schemas.openxmlformats.org/officeDocument/2006/relationships/slide" Target="/ppt/slides/slide9.xml" Id="R4afcba80ddda4abc" /><Relationship Type="http://schemas.openxmlformats.org/officeDocument/2006/relationships/slide" Target="/ppt/slides/slide10.xml" Id="R7caa3016911641a3" /><Relationship Type="http://schemas.openxmlformats.org/officeDocument/2006/relationships/slide" Target="/ppt/slides/slide11.xml" Id="Rafaa330b12f54f90" /><Relationship Type="http://schemas.openxmlformats.org/officeDocument/2006/relationships/slide" Target="/ppt/slides/slide12.xml" Id="Rb1758fb01f9b4df6" /><Relationship Type="http://schemas.openxmlformats.org/officeDocument/2006/relationships/slide" Target="/ppt/slides/slide13.xml" Id="Rd989f87e593f4212" /><Relationship Type="http://schemas.openxmlformats.org/officeDocument/2006/relationships/slide" Target="/ppt/slides/slide14.xml" Id="R155de57946404847" /><Relationship Type="http://schemas.openxmlformats.org/officeDocument/2006/relationships/slide" Target="/ppt/slides/slide15.xml" Id="Rd12ffd1f689e4566" /><Relationship Type="http://schemas.openxmlformats.org/officeDocument/2006/relationships/slide" Target="/ppt/slides/slide16.xml" Id="Rdd0b0bef33794009" /><Relationship Type="http://schemas.openxmlformats.org/officeDocument/2006/relationships/slide" Target="/ppt/slides/slide17.xml" Id="R49db1c58a0984544" /><Relationship Type="http://schemas.openxmlformats.org/officeDocument/2006/relationships/slide" Target="/ppt/slides/slide18.xml" Id="R6e3fa791a820497a" /><Relationship Type="http://schemas.openxmlformats.org/officeDocument/2006/relationships/slide" Target="/ppt/slides/slide19.xml" Id="R36418e113d42404c" /><Relationship Type="http://schemas.openxmlformats.org/officeDocument/2006/relationships/slide" Target="/ppt/slides/slide20.xml" Id="R7b441c786bb6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ce4e9a1e674b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8c50cdb8e4db5" /><Relationship Type="http://schemas.openxmlformats.org/officeDocument/2006/relationships/notesMaster" Target="/ppt/notesMasters/notesMaster1.xml" Id="Re8f9148661b748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4139bd32a54274" /><Relationship Type="http://schemas.openxmlformats.org/officeDocument/2006/relationships/notesMaster" Target="/ppt/notesMasters/notesMaster1.xml" Id="R16d4ba60f78e44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20954dea124131" /><Relationship Type="http://schemas.openxmlformats.org/officeDocument/2006/relationships/notesMaster" Target="/ppt/notesMasters/notesMaster1.xml" Id="R947418a893cd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2df865ed94b8f" /><Relationship Type="http://schemas.openxmlformats.org/officeDocument/2006/relationships/notesMaster" Target="/ppt/notesMasters/notesMaster1.xml" Id="Rd1965a2042c341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b9988e8344413b" /><Relationship Type="http://schemas.openxmlformats.org/officeDocument/2006/relationships/notesMaster" Target="/ppt/notesMasters/notesMaster1.xml" Id="R02df7cf206814e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cb1de800c3440a" /><Relationship Type="http://schemas.openxmlformats.org/officeDocument/2006/relationships/notesMaster" Target="/ppt/notesMasters/notesMaster1.xml" Id="Ra4ab74e27fc24a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b4b7f21fe3480f" /><Relationship Type="http://schemas.openxmlformats.org/officeDocument/2006/relationships/notesMaster" Target="/ppt/notesMasters/notesMaster1.xml" Id="R65168252e66f4e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3524d43f2c45bb" /><Relationship Type="http://schemas.openxmlformats.org/officeDocument/2006/relationships/notesMaster" Target="/ppt/notesMasters/notesMaster1.xml" Id="R98a0495d913641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a0605d76aa4c58" /><Relationship Type="http://schemas.openxmlformats.org/officeDocument/2006/relationships/notesMaster" Target="/ppt/notesMasters/notesMaster1.xml" Id="Rbe96118dbbcb4a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39a76e1e5549e4" /><Relationship Type="http://schemas.openxmlformats.org/officeDocument/2006/relationships/notesMaster" Target="/ppt/notesMasters/notesMaster1.xml" Id="R4842137177c245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77e9c335e24a7a" /><Relationship Type="http://schemas.openxmlformats.org/officeDocument/2006/relationships/notesMaster" Target="/ppt/notesMasters/notesMaster1.xml" Id="R6fc6010cc29143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b7d465511a4260" /><Relationship Type="http://schemas.openxmlformats.org/officeDocument/2006/relationships/notesMaster" Target="/ppt/notesMasters/notesMaster1.xml" Id="R2e9cbe0c24a44e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c9d77f37b1408a" /><Relationship Type="http://schemas.openxmlformats.org/officeDocument/2006/relationships/notesMaster" Target="/ppt/notesMasters/notesMaster1.xml" Id="R6976cf6dbd2c42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a134418f0d4810" /><Relationship Type="http://schemas.openxmlformats.org/officeDocument/2006/relationships/notesMaster" Target="/ppt/notesMasters/notesMaster1.xml" Id="R5e27cabb55bf4a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f09d5b16754d55" /><Relationship Type="http://schemas.openxmlformats.org/officeDocument/2006/relationships/notesMaster" Target="/ppt/notesMasters/notesMaster1.xml" Id="R2e9adf6c3c4540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cf6a3cff7546b4" /><Relationship Type="http://schemas.openxmlformats.org/officeDocument/2006/relationships/notesMaster" Target="/ppt/notesMasters/notesMaster1.xml" Id="R7e4b7e22159144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64b161b9014925" /><Relationship Type="http://schemas.openxmlformats.org/officeDocument/2006/relationships/notesMaster" Target="/ppt/notesMasters/notesMaster1.xml" Id="Rd497de48c1884b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f7ea31c5704874" /><Relationship Type="http://schemas.openxmlformats.org/officeDocument/2006/relationships/notesMaster" Target="/ppt/notesMasters/notesMaster1.xml" Id="R66ea1bf0da2644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24eb1ea4204ab3" /><Relationship Type="http://schemas.openxmlformats.org/officeDocument/2006/relationships/notesMaster" Target="/ppt/notesMasters/notesMaster1.xml" Id="R01b20b1a0b8e43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3c9b83f171443c" /><Relationship Type="http://schemas.openxmlformats.org/officeDocument/2006/relationships/notesMaster" Target="/ppt/notesMasters/notesMaster1.xml" Id="Rc8ec958a99134e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af3d2cb96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54a59d66cd4b59" /><Relationship Type="http://schemas.openxmlformats.org/officeDocument/2006/relationships/slideLayout" Target="/ppt/slideLayouts/slideLayout1.xml" Id="R4c956ba80ea8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56ba80ea8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22fddc3d8401e" /><Relationship Type="http://schemas.openxmlformats.org/officeDocument/2006/relationships/image" Target="/ppt/media/image.jpeg" Id="R8c54570d3d444293" /><Relationship Type="http://schemas.openxmlformats.org/officeDocument/2006/relationships/notesSlide" Target="/ppt/notesSlides/notesSlide1.xml" Id="R1794c94e81814d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d629fed143c1" /><Relationship Type="http://schemas.openxmlformats.org/officeDocument/2006/relationships/notesSlide" Target="/ppt/notesSlides/notesSlide2.xml" Id="R901cd6bfade2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7f6404b5e4425" /><Relationship Type="http://schemas.openxmlformats.org/officeDocument/2006/relationships/image" Target="/ppt/media/image2.jpeg" Id="R99608f3614c44bfc" /><Relationship Type="http://schemas.openxmlformats.org/officeDocument/2006/relationships/notesSlide" Target="/ppt/notesSlides/notesSlide3.xml" Id="Rc1fc5803e55e44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5d31343e94a0e" /><Relationship Type="http://schemas.openxmlformats.org/officeDocument/2006/relationships/notesSlide" Target="/ppt/notesSlides/notesSlide4.xml" Id="R8d53825ff2a143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84fb9674b4f5b" /><Relationship Type="http://schemas.openxmlformats.org/officeDocument/2006/relationships/image" Target="/ppt/media/image3.jpeg" Id="R5885760d58084a31" /><Relationship Type="http://schemas.openxmlformats.org/officeDocument/2006/relationships/notesSlide" Target="/ppt/notesSlides/notesSlide5.xml" Id="Rba6738b577c844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fed4f024a4c1e" /><Relationship Type="http://schemas.openxmlformats.org/officeDocument/2006/relationships/notesSlide" Target="/ppt/notesSlides/notesSlide6.xml" Id="R6fbdf5f72c9d41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0726407c7458d" /><Relationship Type="http://schemas.openxmlformats.org/officeDocument/2006/relationships/chart" Target="/ppt/slides/charts/chart1.xml" Id="R9ae631583e4f4cd2" /><Relationship Type="http://schemas.openxmlformats.org/officeDocument/2006/relationships/notesSlide" Target="/ppt/notesSlides/notesSlide7.xml" Id="R5c989b08808044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832e92fc483d" /><Relationship Type="http://schemas.openxmlformats.org/officeDocument/2006/relationships/notesSlide" Target="/ppt/notesSlides/notesSlide8.xml" Id="R706563145c6341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c68400afd407d" /><Relationship Type="http://schemas.openxmlformats.org/officeDocument/2006/relationships/notesSlide" Target="/ppt/notesSlides/notesSlide9.xml" Id="Rb33d6f94bc4142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6cc8a6e854fe6" /><Relationship Type="http://schemas.openxmlformats.org/officeDocument/2006/relationships/chart" Target="/ppt/slides/charts/chart2.xml" Id="R0a3d254739b8429f" /><Relationship Type="http://schemas.openxmlformats.org/officeDocument/2006/relationships/notesSlide" Target="/ppt/notesSlides/notesSlide10.xml" Id="R2b8893386cc747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8c25e2fab48cb" /><Relationship Type="http://schemas.openxmlformats.org/officeDocument/2006/relationships/notesSlide" Target="/ppt/notesSlides/notesSlide11.xml" Id="R3874a18724dd4a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715d78a514250" /><Relationship Type="http://schemas.openxmlformats.org/officeDocument/2006/relationships/notesSlide" Target="/ppt/notesSlides/notesSlide12.xml" Id="R6e28244cc28546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2f025cc654dbb" /><Relationship Type="http://schemas.openxmlformats.org/officeDocument/2006/relationships/image" Target="/ppt/media/image4.jpeg" Id="Rfc9844f633b04be3" /><Relationship Type="http://schemas.openxmlformats.org/officeDocument/2006/relationships/image" Target="/ppt/media/image5.jpeg" Id="Rafca69d0a925492c" /><Relationship Type="http://schemas.openxmlformats.org/officeDocument/2006/relationships/image" Target="/ppt/media/image6.jpeg" Id="R6dabe0e145d74c77" /><Relationship Type="http://schemas.openxmlformats.org/officeDocument/2006/relationships/notesSlide" Target="/ppt/notesSlides/notesSlide13.xml" Id="R8ef4fddc87b74c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6425a47094b23" /><Relationship Type="http://schemas.openxmlformats.org/officeDocument/2006/relationships/image" Target="/ppt/media/image.jpeg" Id="Ra6b7db87b37c4847" /><Relationship Type="http://schemas.openxmlformats.org/officeDocument/2006/relationships/notesSlide" Target="/ppt/notesSlides/notesSlide14.xml" Id="R1a97242239204a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48e0cb8174dae" /><Relationship Type="http://schemas.openxmlformats.org/officeDocument/2006/relationships/notesSlide" Target="/ppt/notesSlides/notesSlide15.xml" Id="Rdd2de71e374442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0a717f2654372" /><Relationship Type="http://schemas.openxmlformats.org/officeDocument/2006/relationships/notesSlide" Target="/ppt/notesSlides/notesSlide16.xml" Id="Rb2fdb7840c9c4a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f3fd9eb014f91" /><Relationship Type="http://schemas.openxmlformats.org/officeDocument/2006/relationships/image" Target="/ppt/media/image2.jpeg" Id="Rd2bebc704aee4544" /><Relationship Type="http://schemas.openxmlformats.org/officeDocument/2006/relationships/notesSlide" Target="/ppt/notesSlides/notesSlide17.xml" Id="Rdec001c3595546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bb99ba8f244ab" /><Relationship Type="http://schemas.openxmlformats.org/officeDocument/2006/relationships/notesSlide" Target="/ppt/notesSlides/notesSlide18.xml" Id="Rcfce6f7102da4c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2b4bc8f684460" /><Relationship Type="http://schemas.openxmlformats.org/officeDocument/2006/relationships/image" Target="/ppt/media/image2.jpeg" Id="R3e82711f71874072" /><Relationship Type="http://schemas.openxmlformats.org/officeDocument/2006/relationships/notesSlide" Target="/ppt/notesSlides/notesSlide19.xml" Id="R88f5b145f5c040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814a890fa4b7e" /><Relationship Type="http://schemas.openxmlformats.org/officeDocument/2006/relationships/notesSlide" Target="/ppt/notesSlides/notesSlide20.xml" Id="R516cd3dd7344487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4570d3d444293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08f3614c44bfc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5760d58084a31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e631583e4f4cd2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3d254739b8429f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844f633b04be3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a69d0a925492c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be0e145d74c7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7db87b37c4847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ebc704aee4544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2711f71874072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2026-08-23T17:55:07.4970000Z</dcterms:created>
  <dcterms:modified xsi:type="dcterms:W3CDTF">2026-08-23T17:55:07.4970000Z</dcterms:modified>
</coreProperties>
</file>