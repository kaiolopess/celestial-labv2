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5f41ca04153417a" Type="http://schemas.openxmlformats.org/package/2006/relationships/metadata/core-properties" Target="docProps/core.xml"/><Relationship Id="R53439933e43245b4" Type="http://schemas.openxmlformats.org/officeDocument/2006/relationships/officeDocument" Target="ppt/presentation.xml"/><Relationship Id="R88f72161abd6474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237f21e92f4a46"/>
  </p:sldMasterIdLst>
  <p:notesMasterIdLst>
    <p:notesMasterId xmlns:r="http://schemas.openxmlformats.org/officeDocument/2006/relationships" r:id="R7d8379c0a381400f"/>
  </p:notesMasterIdLst>
  <p:sldIdLst>
    <p:sldId xmlns:r="http://schemas.openxmlformats.org/officeDocument/2006/relationships" id="256" r:id="Reefc881eb7d24d0a"/>
    <p:sldId xmlns:r="http://schemas.openxmlformats.org/officeDocument/2006/relationships" id="257" r:id="R9ed6db00064840e7"/>
    <p:sldId xmlns:r="http://schemas.openxmlformats.org/officeDocument/2006/relationships" id="258" r:id="Ra9245d1916c34bf1"/>
    <p:sldId xmlns:r="http://schemas.openxmlformats.org/officeDocument/2006/relationships" id="259" r:id="R9ecc1add0a4649f4"/>
    <p:sldId xmlns:r="http://schemas.openxmlformats.org/officeDocument/2006/relationships" id="260" r:id="Rc5363e7f7d2d455e"/>
    <p:sldId xmlns:r="http://schemas.openxmlformats.org/officeDocument/2006/relationships" id="261" r:id="R9b9d5b1682ae4777"/>
    <p:sldId xmlns:r="http://schemas.openxmlformats.org/officeDocument/2006/relationships" id="262" r:id="Re06afb54a2d54bb3"/>
    <p:sldId xmlns:r="http://schemas.openxmlformats.org/officeDocument/2006/relationships" id="263" r:id="Rd99587fd3c5a433d"/>
    <p:sldId xmlns:r="http://schemas.openxmlformats.org/officeDocument/2006/relationships" id="264" r:id="R6f8091cb3edd4bec"/>
    <p:sldId xmlns:r="http://schemas.openxmlformats.org/officeDocument/2006/relationships" id="265" r:id="Rd5e3bbb8d9d448c8"/>
    <p:sldId xmlns:r="http://schemas.openxmlformats.org/officeDocument/2006/relationships" id="266" r:id="Rc55cf8589d5b4d79"/>
    <p:sldId xmlns:r="http://schemas.openxmlformats.org/officeDocument/2006/relationships" id="267" r:id="R58cfb2f4a8c04be2"/>
    <p:sldId xmlns:r="http://schemas.openxmlformats.org/officeDocument/2006/relationships" id="268" r:id="R113f19d28fd645da"/>
    <p:sldId xmlns:r="http://schemas.openxmlformats.org/officeDocument/2006/relationships" id="269" r:id="Rcbdb94c4a6ee4448"/>
    <p:sldId xmlns:r="http://schemas.openxmlformats.org/officeDocument/2006/relationships" id="270" r:id="R172413ac6eaf47d7"/>
    <p:sldId xmlns:r="http://schemas.openxmlformats.org/officeDocument/2006/relationships" id="271" r:id="R251c1723a6ca4c23"/>
    <p:sldId xmlns:r="http://schemas.openxmlformats.org/officeDocument/2006/relationships" id="272" r:id="R734492554ff24a3b"/>
    <p:sldId xmlns:r="http://schemas.openxmlformats.org/officeDocument/2006/relationships" id="273" r:id="R307f761cda5b4384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237f21e92f4a46" Type="http://schemas.openxmlformats.org/officeDocument/2006/relationships/slideMaster" Target="slideMasters/slideMaster1.xml"/><Relationship Id="R113f19d28fd645da" Type="http://schemas.openxmlformats.org/officeDocument/2006/relationships/slide" Target="slides/slide13.xml"/><Relationship Id="R172413ac6eaf47d7" Type="http://schemas.openxmlformats.org/officeDocument/2006/relationships/slide" Target="slides/slide15.xml"/><Relationship Id="R251c1723a6ca4c23" Type="http://schemas.openxmlformats.org/officeDocument/2006/relationships/slide" Target="slides/slide16.xml"/><Relationship Id="R26f54eb307484f81" Type="http://schemas.openxmlformats.org/officeDocument/2006/relationships/tableStyles" Target="tableStyles.xml"/><Relationship Id="R307f761cda5b4384" Type="http://schemas.openxmlformats.org/officeDocument/2006/relationships/slide" Target="slides/slide18.xml"/><Relationship Id="R48f8e29e70a04e2e" Type="http://schemas.openxmlformats.org/officeDocument/2006/relationships/theme" Target="theme/theme1.xml"/><Relationship Id="R58cfb2f4a8c04be2" Type="http://schemas.openxmlformats.org/officeDocument/2006/relationships/slide" Target="slides/slide12.xml"/><Relationship Id="R6f8091cb3edd4bec" Type="http://schemas.openxmlformats.org/officeDocument/2006/relationships/slide" Target="slides/slide9.xml"/><Relationship Id="R734492554ff24a3b" Type="http://schemas.openxmlformats.org/officeDocument/2006/relationships/slide" Target="slides/slide17.xml"/><Relationship Id="R7d8379c0a381400f" Type="http://schemas.openxmlformats.org/officeDocument/2006/relationships/notesMaster" Target="notesMasters/notesMaster1.xml"/><Relationship Id="R9b9d5b1682ae4777" Type="http://schemas.openxmlformats.org/officeDocument/2006/relationships/slide" Target="slides/slide6.xml"/><Relationship Id="R9ecc1add0a4649f4" Type="http://schemas.openxmlformats.org/officeDocument/2006/relationships/slide" Target="slides/slide4.xml"/><Relationship Id="R9ed6db00064840e7" Type="http://schemas.openxmlformats.org/officeDocument/2006/relationships/slide" Target="slides/slide2.xml"/><Relationship Id="Ra9245d1916c34bf1" Type="http://schemas.openxmlformats.org/officeDocument/2006/relationships/slide" Target="slides/slide3.xml"/><Relationship Id="Rc5363e7f7d2d455e" Type="http://schemas.openxmlformats.org/officeDocument/2006/relationships/slide" Target="slides/slide5.xml"/><Relationship Id="Rc55cf8589d5b4d79" Type="http://schemas.openxmlformats.org/officeDocument/2006/relationships/slide" Target="slides/slide11.xml"/><Relationship Id="Rc756283a32f04954" Type="http://schemas.openxmlformats.org/officeDocument/2006/relationships/presProps" Target="presProps.xml"/><Relationship Id="Rcbdb94c4a6ee4448" Type="http://schemas.openxmlformats.org/officeDocument/2006/relationships/slide" Target="slides/slide14.xml"/><Relationship Id="Rd5e3bbb8d9d448c8" Type="http://schemas.openxmlformats.org/officeDocument/2006/relationships/slide" Target="slides/slide10.xml"/><Relationship Id="Rd99587fd3c5a433d" Type="http://schemas.openxmlformats.org/officeDocument/2006/relationships/slide" Target="slides/slide8.xml"/><Relationship Id="Re06afb54a2d54bb3" Type="http://schemas.openxmlformats.org/officeDocument/2006/relationships/slide" Target="slides/slide7.xml"/><Relationship Id="Reefc881eb7d24d0a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ee69952f43c64f0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d58e895268e47c6" Type="http://schemas.openxmlformats.org/officeDocument/2006/relationships/notesMaster" Target="../notesMasters/notesMaster1.xml"/><Relationship Id="Rd6a3f43a73174599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a043fb307c34cdf" Type="http://schemas.openxmlformats.org/officeDocument/2006/relationships/notesMaster" Target="../notesMasters/notesMaster1.xml"/><Relationship Id="Rf0225209e05942a7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748564442ae74fed" Type="http://schemas.openxmlformats.org/officeDocument/2006/relationships/slide" Target="../slides/slide3.xml"/><Relationship Id="Re6826240f8e1451b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773de1ef900460e" Type="http://schemas.openxmlformats.org/officeDocument/2006/relationships/notesMaster" Target="../notesMasters/notesMaster1.xml"/><Relationship Id="Rf133193d3e624bdd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3f1ded7c696d4c58" Type="http://schemas.openxmlformats.org/officeDocument/2006/relationships/notesMaster" Target="../notesMasters/notesMaster1.xml"/><Relationship Id="R65b264ab3adb4ad0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7325c07d2ee4587" Type="http://schemas.openxmlformats.org/officeDocument/2006/relationships/slide" Target="../slides/slide6.xml"/><Relationship Id="Rdb43da849e49447b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b7bc58e45b444ee" Type="http://schemas.openxmlformats.org/officeDocument/2006/relationships/notesMaster" Target="../notesMasters/notesMaster1.xml"/><Relationship Id="R72b1cf2d55d2440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72a61cae99a54f3c" Type="http://schemas.openxmlformats.org/officeDocument/2006/relationships/notesMaster" Target="../notesMasters/notesMaster1.xml"/><Relationship Id="Ra7a84770739e48a6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5e62e9df05e54aeb" Type="http://schemas.openxmlformats.org/officeDocument/2006/relationships/notesMaster" Target="../notesMasters/notesMaster1.xml"/><Relationship Id="Rda86f37bbbb648b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ef88d410d5e4173" Type="http://schemas.openxmlformats.org/officeDocument/2006/relationships/notesMaster" Target="../notesMasters/notesMaster1.xml"/><Relationship Id="R606bcdcce2124999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8e362a97a6d4531" Type="http://schemas.openxmlformats.org/officeDocument/2006/relationships/notesMaster" Target="../notesMasters/notesMaster1.xml"/><Relationship Id="Rfc8f6d2207f445e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4a15866ba0c4c23" Type="http://schemas.openxmlformats.org/officeDocument/2006/relationships/slide" Target="../slides/slide12.xml"/><Relationship Id="R2e98df37ad4a44ce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3f02d4c7a9244b89" Type="http://schemas.openxmlformats.org/officeDocument/2006/relationships/slide" Target="../slides/slide13.xml"/><Relationship Id="Ra418c80ebdd4493e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42ce549e9fdb4c59" Type="http://schemas.openxmlformats.org/officeDocument/2006/relationships/notesMaster" Target="../notesMasters/notesMaster1.xml"/><Relationship Id="R9f42ba8f03814c2a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9590d1d94cf4c6c" Type="http://schemas.openxmlformats.org/officeDocument/2006/relationships/notesMaster" Target="../notesMasters/notesMaster1.xml"/><Relationship Id="Rcc733598de3c403a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4f02c7002c4f4cc1" Type="http://schemas.openxmlformats.org/officeDocument/2006/relationships/slide" Target="../slides/slide16.xml"/><Relationship Id="Rd6f748f842c34ca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3255a8c9b86f445c" Type="http://schemas.openxmlformats.org/officeDocument/2006/relationships/slide" Target="../slides/slide17.xml"/><Relationship Id="R52c745126b634c1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204c7f5701047fc" Type="http://schemas.openxmlformats.org/officeDocument/2006/relationships/slide" Target="../slides/slide18.xml"/><Relationship Id="Rc767bf0eb8f24f6f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tem calor.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a forma Q = ΔU + W: o calor recebido pelo gás se distribui entre aumento da energia interna e trabalho realizado pelo gás. Q positivo entra no sistema; W positivo sai como trabalho. Após explicar os sinais, reproduza Animacao_Primeira_Lei_Termodinamica.mp4 e pause no quadro final 100 J = 60 J + 40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C:/Users/User/Desktop/celestial-labv1/Animacao_Primeira_Lei_Termodinamica.mp4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Identifique Q = 100 J e W = 40 J em Q = ΔU + W. Resposta: ΔU = 100 − 40 = 60 J. Explique que, dos 100 J recebidos, 40 J saem como trabalho e 60 J aumentam 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as linhas aos gráficos do desafio. Na isocórica não há deslocamento do pistão. Na isotérmica de um gás ideal, a energia interna não muda porque T não muda; durante expansão, calor recebido compensa o trabalho. Na isobárica, o calor recebido se divide entre aumento de U 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https://openstax.org/books/college-physics-ap-courses/pages/15-2-the-first-law-of-thermodynamics-and-some-simple-processes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 e curtas. Gabarito: (1) P sobe; (2) P diminui — se V dobra, P cai à metade; (3) ΔU = 100 − 40 = 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eb1dbf5f46141b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d322ba56a8f04645" Type="http://schemas.openxmlformats.org/officeDocument/2006/relationships/theme" Target="theme/theme2.xml"/><Relationship Id="Red672eba2727485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672eba272748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6bc54a6e405493a" Type="http://schemas.openxmlformats.org/officeDocument/2006/relationships/notesSlide" Target="../notesSlides/notesSlide1.xml"/><Relationship Id="R64131101f6a2454b" Type="http://schemas.openxmlformats.org/officeDocument/2006/relationships/image" Target="../media/image.jpeg"/><Relationship Id="Ra7ad914461964c0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1ba99c0ce4b4257" Type="http://schemas.openxmlformats.org/officeDocument/2006/relationships/slideLayout" Target="../slideLayouts/slideLayout1.xml"/><Relationship Id="Rb84952d2f34b43a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ff70b9ea1014a35" Type="http://schemas.openxmlformats.org/officeDocument/2006/relationships/notesSlide" Target="../notesSlides/notesSlide3.xml"/><Relationship Id="R9ea0987e0b4643c8" Type="http://schemas.openxmlformats.org/officeDocument/2006/relationships/slideLayout" Target="../slideLayouts/slideLayout1.xml"/><Relationship Id="Rdead36a7721244ae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a58a3172dafd4698" Type="http://schemas.openxmlformats.org/officeDocument/2006/relationships/slideLayout" Target="../slideLayouts/slideLayout1.xml"/><Relationship Id="Rd67fedfd983c471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17b26dd3cf8486c" Type="http://schemas.openxmlformats.org/officeDocument/2006/relationships/notesSlide" Target="../notesSlides/notesSlide5.xml"/><Relationship Id="R80b44407dfad4535" Type="http://schemas.openxmlformats.org/officeDocument/2006/relationships/image" Target="../media/image3.jpeg"/><Relationship Id="Ra555fe66aa534a96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9284bee8bf3e4353" Type="http://schemas.openxmlformats.org/officeDocument/2006/relationships/notesSlide" Target="../notesSlides/notesSlide6.xml"/><Relationship Id="Refcd15e202544ed9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d6ec083d8474612" Type="http://schemas.openxmlformats.org/officeDocument/2006/relationships/notesSlide" Target="../notesSlides/notesSlide7.xml"/><Relationship Id="R4b870782daa941c3" Type="http://schemas.openxmlformats.org/officeDocument/2006/relationships/chart" Target="charts/chart1.xml"/><Relationship Id="Ree8620440d3c4fee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9b27019c64f94143" Type="http://schemas.openxmlformats.org/officeDocument/2006/relationships/notesSlide" Target="../notesSlides/notesSlide8.xml"/><Relationship Id="Rcf3f604883964e3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4563b9fb795d47b7" Type="http://schemas.openxmlformats.org/officeDocument/2006/relationships/notesSlide" Target="../notesSlides/notesSlide9.xml"/><Relationship Id="R9bdc4d912ea9427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0ff893e0674549bd" Type="http://schemas.openxmlformats.org/officeDocument/2006/relationships/chart" Target="charts/chart2.xml"/><Relationship Id="R1682d2c514d04621" Type="http://schemas.openxmlformats.org/officeDocument/2006/relationships/notesSlide" Target="../notesSlides/notesSlide10.xml"/><Relationship Id="R6e793bfd8f2b4e25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6fa4e0d42194405b" Type="http://schemas.openxmlformats.org/officeDocument/2006/relationships/slideLayout" Target="../slideLayouts/slideLayout1.xml"/><Relationship Id="Rc23a6718cdad4d9b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ce9a8092290648f0" Type="http://schemas.openxmlformats.org/officeDocument/2006/relationships/notesSlide" Target="../notesSlides/notesSlide12.xml"/><Relationship Id="Rfdefc0b19e90451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48d48652bdcc475d" Type="http://schemas.openxmlformats.org/officeDocument/2006/relationships/slideLayout" Target="../slideLayouts/slideLayout1.xml"/><Relationship Id="R4fa0294402454f44" Type="http://schemas.openxmlformats.org/officeDocument/2006/relationships/image" Target="../media/image6.jpeg"/><Relationship Id="R55d358f0465b4f2f" Type="http://schemas.openxmlformats.org/officeDocument/2006/relationships/image" Target="../media/image4.jpeg"/><Relationship Id="R6ba6be955c274ad6" Type="http://schemas.openxmlformats.org/officeDocument/2006/relationships/image" Target="../media/image5.jpeg"/><Relationship Id="Rd99c722fa713491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7be85c06761b4be0" Type="http://schemas.openxmlformats.org/officeDocument/2006/relationships/notesSlide" Target="../notesSlides/notesSlide14.xml"/><Relationship Id="R81f383b7b2354387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6ff77c846dfd4eb8" Type="http://schemas.openxmlformats.org/officeDocument/2006/relationships/notesSlide" Target="../notesSlides/notesSlide15.xml"/><Relationship Id="Re130a15577ee463b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106b6d282cbf4ba4" Type="http://schemas.openxmlformats.org/officeDocument/2006/relationships/slideLayout" Target="../slideLayouts/slideLayout1.xml"/><Relationship Id="R9fe2f93a42924b3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0ab939275efb4201" Type="http://schemas.openxmlformats.org/officeDocument/2006/relationships/notesSlide" Target="../notesSlides/notesSlide17.xml"/><Relationship Id="Ra193d0bdbd254e58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c7ef71fb032c4a84" Type="http://schemas.openxmlformats.org/officeDocument/2006/relationships/notesSlide" Target="../notesSlides/notesSlide18.xml"/><Relationship Id="Reacc559c44f84d1e" Type="http://schemas.openxmlformats.org/officeDocument/2006/relationships/slideLayout" Target="../slideLayouts/slideLayout1.xml"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38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81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133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31101f6a2454b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1162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COMECE COM UMA PREVISÃO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86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48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48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238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MODELO MICROSCÓPICO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28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d36a7721244ae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5400" y="2457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67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86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53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EQUAÇÃO DE ESTADO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4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62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9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43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90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24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71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05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53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48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38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19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6" name="Rectangle 3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COMO INVESTIGAR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90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67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43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38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28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44407dfad4535"/>
          <a:stretch xmlns:a="http://schemas.openxmlformats.org/drawingml/2006/main"/>
        </p:blipFill>
        <p:spPr>
          <a:xfrm xmlns:a="http://schemas.openxmlformats.org/drawingml/2006/main">
            <a:off x="5695950" y="2459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81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4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10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877050" y="2762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81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43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ISOCÓRICA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352550" y="2476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870782daa941c3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943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4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10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877050" y="2762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81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43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ISOTÉRMICA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352550" y="2476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f893e0674549bd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000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53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MAPA DAS TRANSFORMAÇÕES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295400" y="2552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534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2" name="Rectangle 4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TESTE COLETIVO • 8 MINUTOS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358f0465b4f2f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44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6be955c274ad6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1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0294402454f44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8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19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610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SISTEMA • VIZINHANÇA • ENERGIA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52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14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90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86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229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PRIMEIRA LEI DA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95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energia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19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067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0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67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Quanto do calor aumenta a energia interna?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Q = 100 J.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W = 40 J.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qual é o valor de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Tente a conta → explique o resultado.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9CB637-092A-4CA2-BF24-F01D2D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GASES IDEAIS +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E818F-9BFD-42E5-9C08-8EA2CF7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conta uma história de energia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570672-6C43-4DBD-87D6-EA11B3A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A0A2C2-3E0E-4BF8-B38E-815E946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295400" y="2533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67000"/>
                <a:gridCol w="2667000"/>
                <a:gridCol w="3695700"/>
              </a:tblGrid>
              <a:tr h="928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Processo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não muda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Trabalho / energia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física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Isocórico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W = 0; ΔU = Q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T, U e 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Isotérmico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ΔU = 0; Q =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Energia recebida sustenta a expansão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Isobárico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Q = ΔU +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 e expande o gás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txlv8c6">
            <a:extLst xmlns:a="http://schemas.openxmlformats.org/drawingml/2006/main">
              <a:ext uri="{FF2B5EF4-FFF2-40B4-BE49-F238E27FC236}">
                <a16:creationId xmlns:a16="http://schemas.microsoft.com/office/drawing/2014/main" id="{36C63C7C-099F-4287-A3CF-537F97A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572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Para um gás ideal, mudar a temperatura significa mudar a energia interna.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433B6F-8526-4F6E-82A2-5376C23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50748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T fixo, se V dobra, P aumenta ou diminui?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 = 100 J e W = 40 J.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Responda com 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2026-08-23T17:27:52.4380000Z</dcterms:created>
  <dcterms:modified xsi:type="dcterms:W3CDTF">2026-08-23T17:27:52.4380000Z</dcterms:modified>
</coreProperties>
</file>