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41ca04153417a" /><Relationship Type="http://schemas.openxmlformats.org/officeDocument/2006/relationships/extended-properties" Target="/docProps/app.xml" Id="R88f72161abd64743" /><Relationship Type="http://schemas.openxmlformats.org/officeDocument/2006/relationships/officeDocument" Target="/ppt/presentation.xml" Id="R53439933e43245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237f21e92f4a46"/>
  </p:sldMasterIdLst>
  <p:notesMasterIdLst>
    <p:notesMasterId xmlns:r="http://schemas.openxmlformats.org/officeDocument/2006/relationships" r:id="R7d8379c0a381400f"/>
  </p:notesMasterIdLst>
  <p:sldIdLst>
    <p:sldId xmlns:r="http://schemas.openxmlformats.org/officeDocument/2006/relationships" id="256" r:id="Reefc881eb7d24d0a"/>
    <p:sldId xmlns:r="http://schemas.openxmlformats.org/officeDocument/2006/relationships" id="257" r:id="R9ed6db00064840e7"/>
    <p:sldId xmlns:r="http://schemas.openxmlformats.org/officeDocument/2006/relationships" id="258" r:id="Ra9245d1916c34bf1"/>
    <p:sldId xmlns:r="http://schemas.openxmlformats.org/officeDocument/2006/relationships" id="259" r:id="R9ecc1add0a4649f4"/>
    <p:sldId xmlns:r="http://schemas.openxmlformats.org/officeDocument/2006/relationships" id="260" r:id="Rc5363e7f7d2d455e"/>
    <p:sldId xmlns:r="http://schemas.openxmlformats.org/officeDocument/2006/relationships" id="261" r:id="R9b9d5b1682ae4777"/>
    <p:sldId xmlns:r="http://schemas.openxmlformats.org/officeDocument/2006/relationships" id="262" r:id="Re06afb54a2d54bb3"/>
    <p:sldId xmlns:r="http://schemas.openxmlformats.org/officeDocument/2006/relationships" id="263" r:id="Rd99587fd3c5a433d"/>
    <p:sldId xmlns:r="http://schemas.openxmlformats.org/officeDocument/2006/relationships" id="264" r:id="R6f8091cb3edd4bec"/>
    <p:sldId xmlns:r="http://schemas.openxmlformats.org/officeDocument/2006/relationships" id="265" r:id="Rd5e3bbb8d9d448c8"/>
    <p:sldId xmlns:r="http://schemas.openxmlformats.org/officeDocument/2006/relationships" id="266" r:id="Rc55cf8589d5b4d79"/>
    <p:sldId xmlns:r="http://schemas.openxmlformats.org/officeDocument/2006/relationships" id="267" r:id="R58cfb2f4a8c04be2"/>
    <p:sldId xmlns:r="http://schemas.openxmlformats.org/officeDocument/2006/relationships" id="268" r:id="R113f19d28fd645da"/>
    <p:sldId xmlns:r="http://schemas.openxmlformats.org/officeDocument/2006/relationships" id="269" r:id="Rcbdb94c4a6ee4448"/>
    <p:sldId xmlns:r="http://schemas.openxmlformats.org/officeDocument/2006/relationships" id="270" r:id="R172413ac6eaf47d7"/>
    <p:sldId xmlns:r="http://schemas.openxmlformats.org/officeDocument/2006/relationships" id="271" r:id="R251c1723a6ca4c23"/>
    <p:sldId xmlns:r="http://schemas.openxmlformats.org/officeDocument/2006/relationships" id="272" r:id="R734492554ff24a3b"/>
    <p:sldId xmlns:r="http://schemas.openxmlformats.org/officeDocument/2006/relationships" id="273" r:id="R307f761cda5b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f8e29e70a04e2e" /><Relationship Type="http://schemas.openxmlformats.org/officeDocument/2006/relationships/slideMaster" Target="/ppt/slideMasters/slideMaster1.xml" Id="R02237f21e92f4a46" /><Relationship Type="http://schemas.openxmlformats.org/officeDocument/2006/relationships/notesMaster" Target="/ppt/notesMasters/notesMaster1.xml" Id="R7d8379c0a381400f" /><Relationship Type="http://schemas.openxmlformats.org/officeDocument/2006/relationships/presProps" Target="/ppt/presProps.xml" Id="Rc756283a32f04954" /><Relationship Type="http://schemas.openxmlformats.org/officeDocument/2006/relationships/tableStyles" Target="/ppt/tableStyles.xml" Id="R26f54eb307484f81" /><Relationship Type="http://schemas.openxmlformats.org/officeDocument/2006/relationships/slide" Target="/ppt/slides/slide1.xml" Id="Reefc881eb7d24d0a" /><Relationship Type="http://schemas.openxmlformats.org/officeDocument/2006/relationships/slide" Target="/ppt/slides/slide2.xml" Id="R9ed6db00064840e7" /><Relationship Type="http://schemas.openxmlformats.org/officeDocument/2006/relationships/slide" Target="/ppt/slides/slide3.xml" Id="Ra9245d1916c34bf1" /><Relationship Type="http://schemas.openxmlformats.org/officeDocument/2006/relationships/slide" Target="/ppt/slides/slide4.xml" Id="R9ecc1add0a4649f4" /><Relationship Type="http://schemas.openxmlformats.org/officeDocument/2006/relationships/slide" Target="/ppt/slides/slide5.xml" Id="Rc5363e7f7d2d455e" /><Relationship Type="http://schemas.openxmlformats.org/officeDocument/2006/relationships/slide" Target="/ppt/slides/slide6.xml" Id="R9b9d5b1682ae4777" /><Relationship Type="http://schemas.openxmlformats.org/officeDocument/2006/relationships/slide" Target="/ppt/slides/slide7.xml" Id="Re06afb54a2d54bb3" /><Relationship Type="http://schemas.openxmlformats.org/officeDocument/2006/relationships/slide" Target="/ppt/slides/slide8.xml" Id="Rd99587fd3c5a433d" /><Relationship Type="http://schemas.openxmlformats.org/officeDocument/2006/relationships/slide" Target="/ppt/slides/slide9.xml" Id="R6f8091cb3edd4bec" /><Relationship Type="http://schemas.openxmlformats.org/officeDocument/2006/relationships/slide" Target="/ppt/slides/slide10.xml" Id="Rd5e3bbb8d9d448c8" /><Relationship Type="http://schemas.openxmlformats.org/officeDocument/2006/relationships/slide" Target="/ppt/slides/slide11.xml" Id="Rc55cf8589d5b4d79" /><Relationship Type="http://schemas.openxmlformats.org/officeDocument/2006/relationships/slide" Target="/ppt/slides/slide12.xml" Id="R58cfb2f4a8c04be2" /><Relationship Type="http://schemas.openxmlformats.org/officeDocument/2006/relationships/slide" Target="/ppt/slides/slide13.xml" Id="R113f19d28fd645da" /><Relationship Type="http://schemas.openxmlformats.org/officeDocument/2006/relationships/slide" Target="/ppt/slides/slide14.xml" Id="Rcbdb94c4a6ee4448" /><Relationship Type="http://schemas.openxmlformats.org/officeDocument/2006/relationships/slide" Target="/ppt/slides/slide15.xml" Id="R172413ac6eaf47d7" /><Relationship Type="http://schemas.openxmlformats.org/officeDocument/2006/relationships/slide" Target="/ppt/slides/slide16.xml" Id="R251c1723a6ca4c23" /><Relationship Type="http://schemas.openxmlformats.org/officeDocument/2006/relationships/slide" Target="/ppt/slides/slide17.xml" Id="R734492554ff24a3b" /><Relationship Type="http://schemas.openxmlformats.org/officeDocument/2006/relationships/slide" Target="/ppt/slides/slide18.xml" Id="R307f761cda5b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9952f43c64f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a3f43a73174599" /><Relationship Type="http://schemas.openxmlformats.org/officeDocument/2006/relationships/notesMaster" Target="/ppt/notesMasters/notesMaster1.xml" Id="R1d58e895268e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25209e05942a7" /><Relationship Type="http://schemas.openxmlformats.org/officeDocument/2006/relationships/notesMaster" Target="/ppt/notesMasters/notesMaster1.xml" Id="R3a043fb307c3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8564442ae74fed" /><Relationship Type="http://schemas.openxmlformats.org/officeDocument/2006/relationships/notesMaster" Target="/ppt/notesMasters/notesMaster1.xml" Id="Re6826240f8e1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3193d3e624bdd" /><Relationship Type="http://schemas.openxmlformats.org/officeDocument/2006/relationships/notesMaster" Target="/ppt/notesMasters/notesMaster1.xml" Id="R0773de1ef90046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b264ab3adb4ad0" /><Relationship Type="http://schemas.openxmlformats.org/officeDocument/2006/relationships/notesMaster" Target="/ppt/notesMasters/notesMaster1.xml" Id="R3f1ded7c696d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25c07d2ee4587" /><Relationship Type="http://schemas.openxmlformats.org/officeDocument/2006/relationships/notesMaster" Target="/ppt/notesMasters/notesMaster1.xml" Id="Rdb43da849e4944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1cf2d55d24402" /><Relationship Type="http://schemas.openxmlformats.org/officeDocument/2006/relationships/notesMaster" Target="/ppt/notesMasters/notesMaster1.xml" Id="R4b7bc58e45b444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a84770739e48a6" /><Relationship Type="http://schemas.openxmlformats.org/officeDocument/2006/relationships/notesMaster" Target="/ppt/notesMasters/notesMaster1.xml" Id="R72a61cae99a54f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86f37bbbb648b2" /><Relationship Type="http://schemas.openxmlformats.org/officeDocument/2006/relationships/notesMaster" Target="/ppt/notesMasters/notesMaster1.xml" Id="R5e62e9df05e54a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bcdcce2124999" /><Relationship Type="http://schemas.openxmlformats.org/officeDocument/2006/relationships/notesMaster" Target="/ppt/notesMasters/notesMaster1.xml" Id="R1ef88d410d5e41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8f6d2207f445e0" /><Relationship Type="http://schemas.openxmlformats.org/officeDocument/2006/relationships/notesMaster" Target="/ppt/notesMasters/notesMaster1.xml" Id="R08e362a97a6d45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15866ba0c4c23" /><Relationship Type="http://schemas.openxmlformats.org/officeDocument/2006/relationships/notesMaster" Target="/ppt/notesMasters/notesMaster1.xml" Id="R2e98df37ad4a44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02d4c7a9244b89" /><Relationship Type="http://schemas.openxmlformats.org/officeDocument/2006/relationships/notesMaster" Target="/ppt/notesMasters/notesMaster1.xml" Id="Ra418c80ebdd449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42ba8f03814c2a" /><Relationship Type="http://schemas.openxmlformats.org/officeDocument/2006/relationships/notesMaster" Target="/ppt/notesMasters/notesMaster1.xml" Id="R42ce549e9fdb4c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733598de3c403a" /><Relationship Type="http://schemas.openxmlformats.org/officeDocument/2006/relationships/notesMaster" Target="/ppt/notesMasters/notesMaster1.xml" Id="R09590d1d94cf4c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02c7002c4f4cc1" /><Relationship Type="http://schemas.openxmlformats.org/officeDocument/2006/relationships/notesMaster" Target="/ppt/notesMasters/notesMaster1.xml" Id="Rd6f748f842c34c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55a8c9b86f445c" /><Relationship Type="http://schemas.openxmlformats.org/officeDocument/2006/relationships/notesMaster" Target="/ppt/notesMasters/notesMaster1.xml" Id="R52c745126b634c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04c7f5701047fc" /><Relationship Type="http://schemas.openxmlformats.org/officeDocument/2006/relationships/notesMaster" Target="/ppt/notesMasters/notesMaster1.xml" Id="Rc767bf0eb8f24f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1dbf5f461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22ba56a8f04645" /><Relationship Type="http://schemas.openxmlformats.org/officeDocument/2006/relationships/slideLayout" Target="/ppt/slideLayouts/slideLayout1.xml" Id="Red672eba2727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72eba2727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914461964c02" /><Relationship Type="http://schemas.openxmlformats.org/officeDocument/2006/relationships/image" Target="/ppt/media/image.jpeg" Id="R64131101f6a2454b" /><Relationship Type="http://schemas.openxmlformats.org/officeDocument/2006/relationships/notesSlide" Target="/ppt/notesSlides/notesSlide1.xml" Id="R36bc54a6e405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a99c0ce4b4257" /><Relationship Type="http://schemas.openxmlformats.org/officeDocument/2006/relationships/notesSlide" Target="/ppt/notesSlides/notesSlide2.xml" Id="Rb84952d2f34b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0987e0b4643c8" /><Relationship Type="http://schemas.openxmlformats.org/officeDocument/2006/relationships/image" Target="/ppt/media/image2.jpeg" Id="Rdead36a7721244ae" /><Relationship Type="http://schemas.openxmlformats.org/officeDocument/2006/relationships/notesSlide" Target="/ppt/notesSlides/notesSlide3.xml" Id="R2ff70b9ea101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3172dafd4698" /><Relationship Type="http://schemas.openxmlformats.org/officeDocument/2006/relationships/notesSlide" Target="/ppt/notesSlides/notesSlide4.xml" Id="Rd67fedfd983c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5fe66aa534a96" /><Relationship Type="http://schemas.openxmlformats.org/officeDocument/2006/relationships/image" Target="/ppt/media/image3.jpeg" Id="R80b44407dfad4535" /><Relationship Type="http://schemas.openxmlformats.org/officeDocument/2006/relationships/notesSlide" Target="/ppt/notesSlides/notesSlide5.xml" Id="R317b26dd3cf848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d15e202544ed9" /><Relationship Type="http://schemas.openxmlformats.org/officeDocument/2006/relationships/notesSlide" Target="/ppt/notesSlides/notesSlide6.xml" Id="R9284bee8bf3e43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620440d3c4fee" /><Relationship Type="http://schemas.openxmlformats.org/officeDocument/2006/relationships/chart" Target="/ppt/slides/charts/chart1.xml" Id="R4b870782daa941c3" /><Relationship Type="http://schemas.openxmlformats.org/officeDocument/2006/relationships/notesSlide" Target="/ppt/notesSlides/notesSlide7.xml" Id="R0d6ec083d84746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604883964e34" /><Relationship Type="http://schemas.openxmlformats.org/officeDocument/2006/relationships/notesSlide" Target="/ppt/notesSlides/notesSlide8.xml" Id="R9b27019c64f941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c4d912ea94275" /><Relationship Type="http://schemas.openxmlformats.org/officeDocument/2006/relationships/notesSlide" Target="/ppt/notesSlides/notesSlide9.xml" Id="R4563b9fb795d47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93bfd8f2b4e25" /><Relationship Type="http://schemas.openxmlformats.org/officeDocument/2006/relationships/chart" Target="/ppt/slides/charts/chart2.xml" Id="R0ff893e0674549bd" /><Relationship Type="http://schemas.openxmlformats.org/officeDocument/2006/relationships/notesSlide" Target="/ppt/notesSlides/notesSlide10.xml" Id="R1682d2c514d046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4e0d42194405b" /><Relationship Type="http://schemas.openxmlformats.org/officeDocument/2006/relationships/notesSlide" Target="/ppt/notesSlides/notesSlide11.xml" Id="Rc23a6718cdad4d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fc0b19e904510" /><Relationship Type="http://schemas.openxmlformats.org/officeDocument/2006/relationships/notesSlide" Target="/ppt/notesSlides/notesSlide12.xml" Id="Rce9a80922906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48652bdcc475d" /><Relationship Type="http://schemas.openxmlformats.org/officeDocument/2006/relationships/image" Target="/ppt/media/image4.jpeg" Id="R55d358f0465b4f2f" /><Relationship Type="http://schemas.openxmlformats.org/officeDocument/2006/relationships/image" Target="/ppt/media/image5.jpeg" Id="R6ba6be955c274ad6" /><Relationship Type="http://schemas.openxmlformats.org/officeDocument/2006/relationships/image" Target="/ppt/media/image6.jpeg" Id="R4fa0294402454f44" /><Relationship Type="http://schemas.openxmlformats.org/officeDocument/2006/relationships/notesSlide" Target="/ppt/notesSlides/notesSlide13.xml" Id="Rd99c722fa71349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383b7b2354387" /><Relationship Type="http://schemas.openxmlformats.org/officeDocument/2006/relationships/notesSlide" Target="/ppt/notesSlides/notesSlide14.xml" Id="R7be85c06761b4b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0a15577ee463b" /><Relationship Type="http://schemas.openxmlformats.org/officeDocument/2006/relationships/notesSlide" Target="/ppt/notesSlides/notesSlide15.xml" Id="R6ff77c846dfd4e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b6d282cbf4ba4" /><Relationship Type="http://schemas.openxmlformats.org/officeDocument/2006/relationships/notesSlide" Target="/ppt/notesSlides/notesSlide16.xml" Id="R9fe2f93a42924b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3d0bdbd254e58" /><Relationship Type="http://schemas.openxmlformats.org/officeDocument/2006/relationships/notesSlide" Target="/ppt/notesSlides/notesSlide17.xml" Id="R0ab939275efb42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c559c44f84d1e" /><Relationship Type="http://schemas.openxmlformats.org/officeDocument/2006/relationships/notesSlide" Target="/ppt/notesSlides/notesSlide18.xml" Id="Rc7ef71fb032c4a8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1101f6a2454b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d36a7721244a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44407dfad4535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870782daa941c3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893e0674549b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358f0465b4f2f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6be955c274ad6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0294402454f44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2026-08-23T17:27:52.4380000Z</dcterms:created>
  <dcterms:modified xsi:type="dcterms:W3CDTF">2026-08-23T17:27:52.4380000Z</dcterms:modified>
</coreProperties>
</file>