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96338924545af" /><Relationship Type="http://schemas.openxmlformats.org/officeDocument/2006/relationships/extended-properties" Target="/docProps/app.xml" Id="R5b94ba0f4a9b4d6a" /><Relationship Type="http://schemas.openxmlformats.org/officeDocument/2006/relationships/officeDocument" Target="/ppt/presentation.xml" Id="Rf0a2a4a50a36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1711fd9c6540d4"/>
  </p:sldMasterIdLst>
  <p:notesMasterIdLst>
    <p:notesMasterId xmlns:r="http://schemas.openxmlformats.org/officeDocument/2006/relationships" r:id="R293bd81ac68646ae"/>
  </p:notesMasterIdLst>
  <p:sldIdLst>
    <p:sldId xmlns:r="http://schemas.openxmlformats.org/officeDocument/2006/relationships" id="256" r:id="Rb0322cc608f84cf0"/>
    <p:sldId xmlns:r="http://schemas.openxmlformats.org/officeDocument/2006/relationships" id="257" r:id="R096a4c0779ab4add"/>
    <p:sldId xmlns:r="http://schemas.openxmlformats.org/officeDocument/2006/relationships" id="258" r:id="R0d705ec36d2f45ef"/>
    <p:sldId xmlns:r="http://schemas.openxmlformats.org/officeDocument/2006/relationships" id="259" r:id="Ra4d74dd421354d7d"/>
    <p:sldId xmlns:r="http://schemas.openxmlformats.org/officeDocument/2006/relationships" id="260" r:id="Rece52e8f6dc9440c"/>
    <p:sldId xmlns:r="http://schemas.openxmlformats.org/officeDocument/2006/relationships" id="261" r:id="R6c3f72980b244a74"/>
    <p:sldId xmlns:r="http://schemas.openxmlformats.org/officeDocument/2006/relationships" id="262" r:id="R24ff5096e6fc4619"/>
    <p:sldId xmlns:r="http://schemas.openxmlformats.org/officeDocument/2006/relationships" id="263" r:id="R3dc29133f3ec4207"/>
    <p:sldId xmlns:r="http://schemas.openxmlformats.org/officeDocument/2006/relationships" id="264" r:id="R1a8993d0ac3d49c2"/>
    <p:sldId xmlns:r="http://schemas.openxmlformats.org/officeDocument/2006/relationships" id="265" r:id="R07e675e184154d28"/>
    <p:sldId xmlns:r="http://schemas.openxmlformats.org/officeDocument/2006/relationships" id="266" r:id="Rc4cc6ce26fb74baf"/>
    <p:sldId xmlns:r="http://schemas.openxmlformats.org/officeDocument/2006/relationships" id="267" r:id="Ra861f5acc6cf4811"/>
    <p:sldId xmlns:r="http://schemas.openxmlformats.org/officeDocument/2006/relationships" id="268" r:id="R1a9c4440c9fd4de9"/>
    <p:sldId xmlns:r="http://schemas.openxmlformats.org/officeDocument/2006/relationships" id="269" r:id="R685a205241ae445d"/>
    <p:sldId xmlns:r="http://schemas.openxmlformats.org/officeDocument/2006/relationships" id="270" r:id="R15f1e707b2ee4179"/>
    <p:sldId xmlns:r="http://schemas.openxmlformats.org/officeDocument/2006/relationships" id="271" r:id="R1bb278e9db9e414c"/>
    <p:sldId xmlns:r="http://schemas.openxmlformats.org/officeDocument/2006/relationships" id="272" r:id="R3c518a30f4d84c23"/>
    <p:sldId xmlns:r="http://schemas.openxmlformats.org/officeDocument/2006/relationships" id="273" r:id="R7d4539d6da2b47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a1c6307754b03" /><Relationship Type="http://schemas.openxmlformats.org/officeDocument/2006/relationships/slideMaster" Target="/ppt/slideMasters/slideMaster1.xml" Id="Rc51711fd9c6540d4" /><Relationship Type="http://schemas.openxmlformats.org/officeDocument/2006/relationships/notesMaster" Target="/ppt/notesMasters/notesMaster1.xml" Id="R293bd81ac68646ae" /><Relationship Type="http://schemas.openxmlformats.org/officeDocument/2006/relationships/presProps" Target="/ppt/presProps.xml" Id="R05864d957968478c" /><Relationship Type="http://schemas.openxmlformats.org/officeDocument/2006/relationships/tableStyles" Target="/ppt/tableStyles.xml" Id="R84041c6c687a48c4" /><Relationship Type="http://schemas.openxmlformats.org/officeDocument/2006/relationships/slide" Target="/ppt/slides/slide1.xml" Id="Rb0322cc608f84cf0" /><Relationship Type="http://schemas.openxmlformats.org/officeDocument/2006/relationships/slide" Target="/ppt/slides/slide2.xml" Id="R096a4c0779ab4add" /><Relationship Type="http://schemas.openxmlformats.org/officeDocument/2006/relationships/slide" Target="/ppt/slides/slide3.xml" Id="R0d705ec36d2f45ef" /><Relationship Type="http://schemas.openxmlformats.org/officeDocument/2006/relationships/slide" Target="/ppt/slides/slide4.xml" Id="Ra4d74dd421354d7d" /><Relationship Type="http://schemas.openxmlformats.org/officeDocument/2006/relationships/slide" Target="/ppt/slides/slide5.xml" Id="Rece52e8f6dc9440c" /><Relationship Type="http://schemas.openxmlformats.org/officeDocument/2006/relationships/slide" Target="/ppt/slides/slide6.xml" Id="R6c3f72980b244a74" /><Relationship Type="http://schemas.openxmlformats.org/officeDocument/2006/relationships/slide" Target="/ppt/slides/slide7.xml" Id="R24ff5096e6fc4619" /><Relationship Type="http://schemas.openxmlformats.org/officeDocument/2006/relationships/slide" Target="/ppt/slides/slide8.xml" Id="R3dc29133f3ec4207" /><Relationship Type="http://schemas.openxmlformats.org/officeDocument/2006/relationships/slide" Target="/ppt/slides/slide9.xml" Id="R1a8993d0ac3d49c2" /><Relationship Type="http://schemas.openxmlformats.org/officeDocument/2006/relationships/slide" Target="/ppt/slides/slide10.xml" Id="R07e675e184154d28" /><Relationship Type="http://schemas.openxmlformats.org/officeDocument/2006/relationships/slide" Target="/ppt/slides/slide11.xml" Id="Rc4cc6ce26fb74baf" /><Relationship Type="http://schemas.openxmlformats.org/officeDocument/2006/relationships/slide" Target="/ppt/slides/slide12.xml" Id="Ra861f5acc6cf4811" /><Relationship Type="http://schemas.openxmlformats.org/officeDocument/2006/relationships/slide" Target="/ppt/slides/slide13.xml" Id="R1a9c4440c9fd4de9" /><Relationship Type="http://schemas.openxmlformats.org/officeDocument/2006/relationships/slide" Target="/ppt/slides/slide14.xml" Id="R685a205241ae445d" /><Relationship Type="http://schemas.openxmlformats.org/officeDocument/2006/relationships/slide" Target="/ppt/slides/slide15.xml" Id="R15f1e707b2ee4179" /><Relationship Type="http://schemas.openxmlformats.org/officeDocument/2006/relationships/slide" Target="/ppt/slides/slide16.xml" Id="R1bb278e9db9e414c" /><Relationship Type="http://schemas.openxmlformats.org/officeDocument/2006/relationships/slide" Target="/ppt/slides/slide17.xml" Id="R3c518a30f4d84c23" /><Relationship Type="http://schemas.openxmlformats.org/officeDocument/2006/relationships/slide" Target="/ppt/slides/slide18.xml" Id="R7d4539d6da2b47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7d3d5e6463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d26aae851140cf" /><Relationship Type="http://schemas.openxmlformats.org/officeDocument/2006/relationships/notesMaster" Target="/ppt/notesMasters/notesMaster1.xml" Id="R6d70a48e9b734f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bf03662893496a" /><Relationship Type="http://schemas.openxmlformats.org/officeDocument/2006/relationships/notesMaster" Target="/ppt/notesMasters/notesMaster1.xml" Id="R9e53406a5b034c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bd50e78f214af3" /><Relationship Type="http://schemas.openxmlformats.org/officeDocument/2006/relationships/notesMaster" Target="/ppt/notesMasters/notesMaster1.xml" Id="Rd28f7086fdf845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3c51a294a04cbc" /><Relationship Type="http://schemas.openxmlformats.org/officeDocument/2006/relationships/notesMaster" Target="/ppt/notesMasters/notesMaster1.xml" Id="Rf849cedc985b48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97a91cc29e4621" /><Relationship Type="http://schemas.openxmlformats.org/officeDocument/2006/relationships/notesMaster" Target="/ppt/notesMasters/notesMaster1.xml" Id="R4ea64bc4fd0a4f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ab50274092427b" /><Relationship Type="http://schemas.openxmlformats.org/officeDocument/2006/relationships/notesMaster" Target="/ppt/notesMasters/notesMaster1.xml" Id="R71011d844f624a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7f070440904823" /><Relationship Type="http://schemas.openxmlformats.org/officeDocument/2006/relationships/notesMaster" Target="/ppt/notesMasters/notesMaster1.xml" Id="R629f6206a9c249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0342c9f7f34e9d" /><Relationship Type="http://schemas.openxmlformats.org/officeDocument/2006/relationships/notesMaster" Target="/ppt/notesMasters/notesMaster1.xml" Id="R6cfa6dc232434f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c3548b0a394d4f" /><Relationship Type="http://schemas.openxmlformats.org/officeDocument/2006/relationships/notesMaster" Target="/ppt/notesMasters/notesMaster1.xml" Id="R70cdbf5ce1b140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3cca4825fa47b4" /><Relationship Type="http://schemas.openxmlformats.org/officeDocument/2006/relationships/notesMaster" Target="/ppt/notesMasters/notesMaster1.xml" Id="R29b1688d038b49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8c6952af6b414f" /><Relationship Type="http://schemas.openxmlformats.org/officeDocument/2006/relationships/notesMaster" Target="/ppt/notesMasters/notesMaster1.xml" Id="Rc0bccd6cd04646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d92c7ff6024b22" /><Relationship Type="http://schemas.openxmlformats.org/officeDocument/2006/relationships/notesMaster" Target="/ppt/notesMasters/notesMaster1.xml" Id="R81c5f4d237ab4c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abaea9f76c4eb9" /><Relationship Type="http://schemas.openxmlformats.org/officeDocument/2006/relationships/notesMaster" Target="/ppt/notesMasters/notesMaster1.xml" Id="R2d23d235b43b4a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c43a8615ef4d9d" /><Relationship Type="http://schemas.openxmlformats.org/officeDocument/2006/relationships/notesMaster" Target="/ppt/notesMasters/notesMaster1.xml" Id="R23dca886b60e47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1577da9f9249fe" /><Relationship Type="http://schemas.openxmlformats.org/officeDocument/2006/relationships/notesMaster" Target="/ppt/notesMasters/notesMaster1.xml" Id="R5f1ad2bff52444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f3b56a71e4476a" /><Relationship Type="http://schemas.openxmlformats.org/officeDocument/2006/relationships/notesMaster" Target="/ppt/notesMasters/notesMaster1.xml" Id="R29115f423a154c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0386e600684978" /><Relationship Type="http://schemas.openxmlformats.org/officeDocument/2006/relationships/notesMaster" Target="/ppt/notesMasters/notesMaster1.xml" Id="R3257ebbe96db41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86e6eb6a224d96" /><Relationship Type="http://schemas.openxmlformats.org/officeDocument/2006/relationships/notesMaster" Target="/ppt/notesMasters/notesMaster1.xml" Id="Rc568d9810c5649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76cd7486c4d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e8c29bd314147" /><Relationship Type="http://schemas.openxmlformats.org/officeDocument/2006/relationships/slideLayout" Target="/ppt/slideLayouts/slideLayout1.xml" Id="Ra97bc24ee60d47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7bc24ee60d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a3903ea5e47c1" /><Relationship Type="http://schemas.openxmlformats.org/officeDocument/2006/relationships/image" Target="/ppt/media/image.jpeg" Id="R64fe48716e854700" /><Relationship Type="http://schemas.openxmlformats.org/officeDocument/2006/relationships/notesSlide" Target="/ppt/notesSlides/notesSlide1.xml" Id="R3fa76d32907045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2a6ceae6940fa" /><Relationship Type="http://schemas.openxmlformats.org/officeDocument/2006/relationships/notesSlide" Target="/ppt/notesSlides/notesSlide2.xml" Id="Ree20b8fae577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d750bf7264cb1" /><Relationship Type="http://schemas.openxmlformats.org/officeDocument/2006/relationships/image" Target="/ppt/media/image2.jpeg" Id="R9d64fbf271e14cd4" /><Relationship Type="http://schemas.openxmlformats.org/officeDocument/2006/relationships/notesSlide" Target="/ppt/notesSlides/notesSlide3.xml" Id="Rff7a72eb00e241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0adf8bb284f1c" /><Relationship Type="http://schemas.openxmlformats.org/officeDocument/2006/relationships/notesSlide" Target="/ppt/notesSlides/notesSlide4.xml" Id="R1ae090a1c3964d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95f466f6240db" /><Relationship Type="http://schemas.openxmlformats.org/officeDocument/2006/relationships/image" Target="/ppt/media/image3.jpeg" Id="R6330d1c17cf844e6" /><Relationship Type="http://schemas.openxmlformats.org/officeDocument/2006/relationships/notesSlide" Target="/ppt/notesSlides/notesSlide5.xml" Id="R3797066bd3944e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36055cbb04a84" /><Relationship Type="http://schemas.openxmlformats.org/officeDocument/2006/relationships/notesSlide" Target="/ppt/notesSlides/notesSlide6.xml" Id="R96a66345c77644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3e3cb469e499b" /><Relationship Type="http://schemas.openxmlformats.org/officeDocument/2006/relationships/chart" Target="/ppt/slides/charts/chart1.xml" Id="R1031db3374704bbe" /><Relationship Type="http://schemas.openxmlformats.org/officeDocument/2006/relationships/notesSlide" Target="/ppt/notesSlides/notesSlide7.xml" Id="Ra3767b20069f4f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adbaa051f4fe3" /><Relationship Type="http://schemas.openxmlformats.org/officeDocument/2006/relationships/notesSlide" Target="/ppt/notesSlides/notesSlide8.xml" Id="Rf81ac7c851364c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80ef812214f7d" /><Relationship Type="http://schemas.openxmlformats.org/officeDocument/2006/relationships/notesSlide" Target="/ppt/notesSlides/notesSlide9.xml" Id="R8d10e23a7f2445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6e826cd884359" /><Relationship Type="http://schemas.openxmlformats.org/officeDocument/2006/relationships/chart" Target="/ppt/slides/charts/chart2.xml" Id="Rba1315ef2e4f4934" /><Relationship Type="http://schemas.openxmlformats.org/officeDocument/2006/relationships/notesSlide" Target="/ppt/notesSlides/notesSlide10.xml" Id="R20dfe0b3d1e64a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ce23135eb4304" /><Relationship Type="http://schemas.openxmlformats.org/officeDocument/2006/relationships/notesSlide" Target="/ppt/notesSlides/notesSlide11.xml" Id="R01e220a7384f43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3df1d62a64722" /><Relationship Type="http://schemas.openxmlformats.org/officeDocument/2006/relationships/notesSlide" Target="/ppt/notesSlides/notesSlide12.xml" Id="R2d955503449a42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860e2930c4228" /><Relationship Type="http://schemas.openxmlformats.org/officeDocument/2006/relationships/image" Target="/ppt/media/image4.jpeg" Id="R0db0036ebba44411" /><Relationship Type="http://schemas.openxmlformats.org/officeDocument/2006/relationships/image" Target="/ppt/media/image5.jpeg" Id="R35dc2d86b5cd4557" /><Relationship Type="http://schemas.openxmlformats.org/officeDocument/2006/relationships/image" Target="/ppt/media/image6.jpeg" Id="R80e22b938af04150" /><Relationship Type="http://schemas.openxmlformats.org/officeDocument/2006/relationships/notesSlide" Target="/ppt/notesSlides/notesSlide13.xml" Id="Ra89e003ef9b24c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a9d85b9de482f" /><Relationship Type="http://schemas.openxmlformats.org/officeDocument/2006/relationships/notesSlide" Target="/ppt/notesSlides/notesSlide14.xml" Id="R9ea555d4ca7a40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92fa4b8e340c4" /><Relationship Type="http://schemas.openxmlformats.org/officeDocument/2006/relationships/notesSlide" Target="/ppt/notesSlides/notesSlide15.xml" Id="R6b89df4a43304f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feeed9c2948b4" /><Relationship Type="http://schemas.openxmlformats.org/officeDocument/2006/relationships/notesSlide" Target="/ppt/notesSlides/notesSlide16.xml" Id="Ra427bd755e1146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0a85047e4647" /><Relationship Type="http://schemas.openxmlformats.org/officeDocument/2006/relationships/notesSlide" Target="/ppt/notesSlides/notesSlide17.xml" Id="Re4f053940dd645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9ff07e1a3482b" /><Relationship Type="http://schemas.openxmlformats.org/officeDocument/2006/relationships/notesSlide" Target="/ppt/notesSlides/notesSlide18.xml" Id="Rc9c68b76bb6340e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48716e854700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Situação-problema: gás confinado em volume quase constante</a:t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4fbf271e14cd4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PV = nRT • estado macroscópico de um gás ideal</a:t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0d1c17cf844e6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Interface real do Celestial Lab</a:t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31db3374704bbe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1315ef2e4f4934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TESTE COLETIVO • 8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0036ebba44411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c2d86b5cd4557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22b938af04150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Celestial Lab • aba Transformações</a:t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Convenção adotada: W &gt; 0 quando o gás realiza trabalho</a:t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conceitual • sem cálculo de áreas no 1º ano</a:t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2026-08-23T17:20:52.9770000Z</dcterms:created>
  <dcterms:modified xsi:type="dcterms:W3CDTF">2026-08-23T17:20:52.9770000Z</dcterms:modified>
</coreProperties>
</file>